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385" r:id="rId2"/>
    <p:sldId id="391" r:id="rId3"/>
    <p:sldId id="399" r:id="rId4"/>
    <p:sldId id="386" r:id="rId5"/>
    <p:sldId id="395" r:id="rId6"/>
    <p:sldId id="398" r:id="rId7"/>
    <p:sldId id="387" r:id="rId8"/>
    <p:sldId id="388" r:id="rId9"/>
    <p:sldId id="400" r:id="rId10"/>
    <p:sldId id="397" r:id="rId11"/>
    <p:sldId id="392" r:id="rId12"/>
    <p:sldId id="393" r:id="rId13"/>
    <p:sldId id="3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8BE"/>
    <a:srgbClr val="3AF4DE"/>
    <a:srgbClr val="00579F"/>
    <a:srgbClr val="F38804"/>
    <a:srgbClr val="F088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1765" autoAdjust="0"/>
  </p:normalViewPr>
  <p:slideViewPr>
    <p:cSldViewPr snapToGrid="0">
      <p:cViewPr>
        <p:scale>
          <a:sx n="66" d="100"/>
          <a:sy n="66" d="100"/>
        </p:scale>
        <p:origin x="1560" y="32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a21dfd55ca0c159d" providerId="LiveId" clId="{082094C7-DEC8-42F6-9157-BC493B6557D1}"/>
    <pc:docChg chg="undo addSld delSld modSld">
      <pc:chgData name="" userId="a21dfd55ca0c159d" providerId="LiveId" clId="{082094C7-DEC8-42F6-9157-BC493B6557D1}" dt="2026-04-27T20:29:07.597" v="175" actId="1076"/>
      <pc:docMkLst>
        <pc:docMk/>
      </pc:docMkLst>
      <pc:sldChg chg="modSp">
        <pc:chgData name="" userId="a21dfd55ca0c159d" providerId="LiveId" clId="{082094C7-DEC8-42F6-9157-BC493B6557D1}" dt="2026-04-27T20:29:07.597" v="175" actId="1076"/>
        <pc:sldMkLst>
          <pc:docMk/>
          <pc:sldMk cId="1774750284" sldId="388"/>
        </pc:sldMkLst>
        <pc:spChg chg="mod">
          <ac:chgData name="" userId="a21dfd55ca0c159d" providerId="LiveId" clId="{082094C7-DEC8-42F6-9157-BC493B6557D1}" dt="2026-04-27T20:28:52.951" v="171" actId="1076"/>
          <ac:spMkLst>
            <pc:docMk/>
            <pc:sldMk cId="1774750284" sldId="388"/>
            <ac:spMk id="19" creationId="{92994A90-58C6-C31D-7AB2-B9C4BBF0429D}"/>
          </ac:spMkLst>
        </pc:spChg>
        <pc:spChg chg="mod">
          <ac:chgData name="" userId="a21dfd55ca0c159d" providerId="LiveId" clId="{082094C7-DEC8-42F6-9157-BC493B6557D1}" dt="2026-04-27T20:28:32.088" v="165" actId="1076"/>
          <ac:spMkLst>
            <pc:docMk/>
            <pc:sldMk cId="1774750284" sldId="388"/>
            <ac:spMk id="21" creationId="{779CDBB8-96BA-FE18-E667-AF7BD847DDAF}"/>
          </ac:spMkLst>
        </pc:spChg>
        <pc:spChg chg="mod">
          <ac:chgData name="" userId="a21dfd55ca0c159d" providerId="LiveId" clId="{082094C7-DEC8-42F6-9157-BC493B6557D1}" dt="2026-04-27T20:29:07.597" v="175" actId="1076"/>
          <ac:spMkLst>
            <pc:docMk/>
            <pc:sldMk cId="1774750284" sldId="388"/>
            <ac:spMk id="22" creationId="{4F0756EB-2181-A275-5C07-E2F348BAB793}"/>
          </ac:spMkLst>
        </pc:spChg>
        <pc:spChg chg="mod">
          <ac:chgData name="" userId="a21dfd55ca0c159d" providerId="LiveId" clId="{082094C7-DEC8-42F6-9157-BC493B6557D1}" dt="2026-04-27T20:28:48.501" v="170" actId="1076"/>
          <ac:spMkLst>
            <pc:docMk/>
            <pc:sldMk cId="1774750284" sldId="388"/>
            <ac:spMk id="24" creationId="{DB575F0B-E317-C90E-C6A5-664BC28AED93}"/>
          </ac:spMkLst>
        </pc:spChg>
        <pc:picChg chg="mod">
          <ac:chgData name="" userId="a21dfd55ca0c159d" providerId="LiveId" clId="{082094C7-DEC8-42F6-9157-BC493B6557D1}" dt="2026-04-27T20:28:24.049" v="164" actId="14100"/>
          <ac:picMkLst>
            <pc:docMk/>
            <pc:sldMk cId="1774750284" sldId="388"/>
            <ac:picMk id="4" creationId="{CC0F9AB4-B4D4-F848-FDC3-AD3EB2A5AAC1}"/>
          </ac:picMkLst>
        </pc:picChg>
        <pc:picChg chg="mod">
          <ac:chgData name="" userId="a21dfd55ca0c159d" providerId="LiveId" clId="{082094C7-DEC8-42F6-9157-BC493B6557D1}" dt="2026-04-27T20:28:41.024" v="168" actId="1076"/>
          <ac:picMkLst>
            <pc:docMk/>
            <pc:sldMk cId="1774750284" sldId="388"/>
            <ac:picMk id="5" creationId="{305E5687-4A23-FDFA-C65B-7D4D8B9CB29F}"/>
          </ac:picMkLst>
        </pc:picChg>
        <pc:picChg chg="mod">
          <ac:chgData name="" userId="a21dfd55ca0c159d" providerId="LiveId" clId="{082094C7-DEC8-42F6-9157-BC493B6557D1}" dt="2026-04-27T20:28:59.065" v="174" actId="1076"/>
          <ac:picMkLst>
            <pc:docMk/>
            <pc:sldMk cId="1774750284" sldId="388"/>
            <ac:picMk id="10" creationId="{18522AA7-3956-9B41-F858-596F8E835A05}"/>
          </ac:picMkLst>
        </pc:picChg>
        <pc:picChg chg="mod">
          <ac:chgData name="" userId="a21dfd55ca0c159d" providerId="LiveId" clId="{082094C7-DEC8-42F6-9157-BC493B6557D1}" dt="2026-04-27T20:28:43.788" v="169" actId="1076"/>
          <ac:picMkLst>
            <pc:docMk/>
            <pc:sldMk cId="1774750284" sldId="388"/>
            <ac:picMk id="23" creationId="{E4FF7AFC-A247-A845-8EDA-900FEB7EE6B3}"/>
          </ac:picMkLst>
        </pc:picChg>
      </pc:sldChg>
      <pc:sldChg chg="addSp delSp modSp">
        <pc:chgData name="" userId="a21dfd55ca0c159d" providerId="LiveId" clId="{082094C7-DEC8-42F6-9157-BC493B6557D1}" dt="2026-04-27T20:24:01.863" v="151" actId="1076"/>
        <pc:sldMkLst>
          <pc:docMk/>
          <pc:sldMk cId="2382038859" sldId="400"/>
        </pc:sldMkLst>
        <pc:spChg chg="mod">
          <ac:chgData name="" userId="a21dfd55ca0c159d" providerId="LiveId" clId="{082094C7-DEC8-42F6-9157-BC493B6557D1}" dt="2026-04-27T19:15:39.161" v="56" actId="1076"/>
          <ac:spMkLst>
            <pc:docMk/>
            <pc:sldMk cId="2382038859" sldId="400"/>
            <ac:spMk id="22" creationId="{72CFC7F1-5E46-9586-6F52-DFC88AAA276A}"/>
          </ac:spMkLst>
        </pc:spChg>
        <pc:spChg chg="add mod">
          <ac:chgData name="" userId="a21dfd55ca0c159d" providerId="LiveId" clId="{082094C7-DEC8-42F6-9157-BC493B6557D1}" dt="2026-04-27T19:12:45.252" v="34" actId="208"/>
          <ac:spMkLst>
            <pc:docMk/>
            <pc:sldMk cId="2382038859" sldId="400"/>
            <ac:spMk id="27" creationId="{46BBB10C-43A8-4C5D-BBED-BBF84CD8ADF7}"/>
          </ac:spMkLst>
        </pc:spChg>
        <pc:spChg chg="add mod">
          <ac:chgData name="" userId="a21dfd55ca0c159d" providerId="LiveId" clId="{082094C7-DEC8-42F6-9157-BC493B6557D1}" dt="2026-04-27T19:16:17.356" v="63" actId="1076"/>
          <ac:spMkLst>
            <pc:docMk/>
            <pc:sldMk cId="2382038859" sldId="400"/>
            <ac:spMk id="39" creationId="{51DA50D4-351B-4B13-871F-FC496FD9344D}"/>
          </ac:spMkLst>
        </pc:spChg>
        <pc:spChg chg="add mod">
          <ac:chgData name="" userId="a21dfd55ca0c159d" providerId="LiveId" clId="{082094C7-DEC8-42F6-9157-BC493B6557D1}" dt="2026-04-27T19:18:32.910" v="79" actId="1076"/>
          <ac:spMkLst>
            <pc:docMk/>
            <pc:sldMk cId="2382038859" sldId="400"/>
            <ac:spMk id="40" creationId="{4E8785B9-03E1-49AD-B36D-9C29A7EA6F76}"/>
          </ac:spMkLst>
        </pc:spChg>
        <pc:spChg chg="add del">
          <ac:chgData name="" userId="a21dfd55ca0c159d" providerId="LiveId" clId="{082094C7-DEC8-42F6-9157-BC493B6557D1}" dt="2026-04-27T20:13:33.935" v="83"/>
          <ac:spMkLst>
            <pc:docMk/>
            <pc:sldMk cId="2382038859" sldId="400"/>
            <ac:spMk id="41" creationId="{8BB71F0F-C896-4E8D-B9BE-7BA26814BD60}"/>
          </ac:spMkLst>
        </pc:spChg>
        <pc:spChg chg="add del">
          <ac:chgData name="" userId="a21dfd55ca0c159d" providerId="LiveId" clId="{082094C7-DEC8-42F6-9157-BC493B6557D1}" dt="2026-04-27T20:15:23.624" v="85"/>
          <ac:spMkLst>
            <pc:docMk/>
            <pc:sldMk cId="2382038859" sldId="400"/>
            <ac:spMk id="42" creationId="{CF4B2FB1-97F9-44BD-B5A6-A7D131326392}"/>
          </ac:spMkLst>
        </pc:spChg>
        <pc:spChg chg="add mod">
          <ac:chgData name="" userId="a21dfd55ca0c159d" providerId="LiveId" clId="{082094C7-DEC8-42F6-9157-BC493B6557D1}" dt="2026-04-27T20:18:42.964" v="113" actId="20577"/>
          <ac:spMkLst>
            <pc:docMk/>
            <pc:sldMk cId="2382038859" sldId="400"/>
            <ac:spMk id="44" creationId="{8EDCB72B-7744-4355-81B1-3A195B463FE0}"/>
          </ac:spMkLst>
        </pc:spChg>
        <pc:spChg chg="add mod">
          <ac:chgData name="" userId="a21dfd55ca0c159d" providerId="LiveId" clId="{082094C7-DEC8-42F6-9157-BC493B6557D1}" dt="2026-04-27T20:22:23.568" v="142" actId="1076"/>
          <ac:spMkLst>
            <pc:docMk/>
            <pc:sldMk cId="2382038859" sldId="400"/>
            <ac:spMk id="47" creationId="{A0DE7D21-F176-4768-83CF-010FFDABDE43}"/>
          </ac:spMkLst>
        </pc:spChg>
        <pc:spChg chg="add mod">
          <ac:chgData name="" userId="a21dfd55ca0c159d" providerId="LiveId" clId="{082094C7-DEC8-42F6-9157-BC493B6557D1}" dt="2026-04-27T20:23:44.603" v="149" actId="1076"/>
          <ac:spMkLst>
            <pc:docMk/>
            <pc:sldMk cId="2382038859" sldId="400"/>
            <ac:spMk id="50" creationId="{3F33881C-3728-49F0-811E-3237BD6BBEF0}"/>
          </ac:spMkLst>
        </pc:spChg>
        <pc:picChg chg="add mod modCrop">
          <ac:chgData name="" userId="a21dfd55ca0c159d" providerId="LiveId" clId="{082094C7-DEC8-42F6-9157-BC493B6557D1}" dt="2026-04-27T19:09:50.047" v="10" actId="1440"/>
          <ac:picMkLst>
            <pc:docMk/>
            <pc:sldMk cId="2382038859" sldId="400"/>
            <ac:picMk id="4" creationId="{4BE3DC0E-204E-4879-90AA-D6C6241DAD24}"/>
          </ac:picMkLst>
        </pc:picChg>
        <pc:picChg chg="mod modCrop">
          <ac:chgData name="" userId="a21dfd55ca0c159d" providerId="LiveId" clId="{082094C7-DEC8-42F6-9157-BC493B6557D1}" dt="2026-04-27T19:13:38.626" v="41" actId="14100"/>
          <ac:picMkLst>
            <pc:docMk/>
            <pc:sldMk cId="2382038859" sldId="400"/>
            <ac:picMk id="23" creationId="{0D1928FF-B4AE-8933-575E-3D647641D0F6}"/>
          </ac:picMkLst>
        </pc:picChg>
        <pc:picChg chg="add mod modCrop">
          <ac:chgData name="" userId="a21dfd55ca0c159d" providerId="LiveId" clId="{082094C7-DEC8-42F6-9157-BC493B6557D1}" dt="2026-04-27T20:23:31.897" v="148" actId="1076"/>
          <ac:picMkLst>
            <pc:docMk/>
            <pc:sldMk cId="2382038859" sldId="400"/>
            <ac:picMk id="43" creationId="{5E55CD21-58EB-4D58-9DBA-FD45896AE81A}"/>
          </ac:picMkLst>
        </pc:picChg>
        <pc:picChg chg="add mod modCrop">
          <ac:chgData name="" userId="a21dfd55ca0c159d" providerId="LiveId" clId="{082094C7-DEC8-42F6-9157-BC493B6557D1}" dt="2026-04-27T20:21:39.277" v="138" actId="1076"/>
          <ac:picMkLst>
            <pc:docMk/>
            <pc:sldMk cId="2382038859" sldId="400"/>
            <ac:picMk id="46" creationId="{D11A889B-8DE1-4238-AC7B-57EBCC23D88F}"/>
          </ac:picMkLst>
        </pc:picChg>
        <pc:cxnChg chg="add mod">
          <ac:chgData name="" userId="a21dfd55ca0c159d" providerId="LiveId" clId="{082094C7-DEC8-42F6-9157-BC493B6557D1}" dt="2026-04-27T19:13:38.626" v="41" actId="14100"/>
          <ac:cxnSpMkLst>
            <pc:docMk/>
            <pc:sldMk cId="2382038859" sldId="400"/>
            <ac:cxnSpMk id="10" creationId="{9E0B5DF5-F0A7-494E-BF5B-6F51118078BD}"/>
          </ac:cxnSpMkLst>
        </pc:cxnChg>
        <pc:cxnChg chg="add mod">
          <ac:chgData name="" userId="a21dfd55ca0c159d" providerId="LiveId" clId="{082094C7-DEC8-42F6-9157-BC493B6557D1}" dt="2026-04-27T19:13:38.626" v="41" actId="14100"/>
          <ac:cxnSpMkLst>
            <pc:docMk/>
            <pc:sldMk cId="2382038859" sldId="400"/>
            <ac:cxnSpMk id="24" creationId="{9856068D-46A1-4D3F-8B6B-39F03FE7A578}"/>
          </ac:cxnSpMkLst>
        </pc:cxnChg>
        <pc:cxnChg chg="add mod">
          <ac:chgData name="" userId="a21dfd55ca0c159d" providerId="LiveId" clId="{082094C7-DEC8-42F6-9157-BC493B6557D1}" dt="2026-04-27T20:23:25.544" v="147" actId="1076"/>
          <ac:cxnSpMkLst>
            <pc:docMk/>
            <pc:sldMk cId="2382038859" sldId="400"/>
            <ac:cxnSpMk id="51" creationId="{DFC77B1A-3176-479F-9795-9D34BCB6AEC0}"/>
          </ac:cxnSpMkLst>
        </pc:cxnChg>
        <pc:cxnChg chg="add mod">
          <ac:chgData name="" userId="a21dfd55ca0c159d" providerId="LiveId" clId="{082094C7-DEC8-42F6-9157-BC493B6557D1}" dt="2026-04-27T20:24:01.863" v="151" actId="1076"/>
          <ac:cxnSpMkLst>
            <pc:docMk/>
            <pc:sldMk cId="2382038859" sldId="400"/>
            <ac:cxnSpMk id="52" creationId="{0D9422D3-7D0C-4502-841C-896DD4478514}"/>
          </ac:cxnSpMkLst>
        </pc:cxnChg>
      </pc:sldChg>
      <pc:sldChg chg="add del">
        <pc:chgData name="" userId="a21dfd55ca0c159d" providerId="LiveId" clId="{082094C7-DEC8-42F6-9157-BC493B6557D1}" dt="2026-04-27T19:43:41.540" v="81"/>
        <pc:sldMkLst>
          <pc:docMk/>
          <pc:sldMk cId="2205175207" sldId="40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47B6EB-0BB1-C32C-3B34-752451026B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a:extLst>
              <a:ext uri="{FF2B5EF4-FFF2-40B4-BE49-F238E27FC236}">
                <a16:creationId xmlns:a16="http://schemas.microsoft.com/office/drawing/2014/main" id="{CF448683-8521-6073-2C81-F8520864A5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BFDA0E-5E6C-4306-8AB2-29F8FCF3C958}" type="datetime1">
              <a:rPr lang="en-IN" smtClean="0"/>
              <a:t>28-04-2026</a:t>
            </a:fld>
            <a:endParaRPr lang="en-IN"/>
          </a:p>
        </p:txBody>
      </p:sp>
      <p:sp>
        <p:nvSpPr>
          <p:cNvPr id="4" name="Footer Placeholder 3">
            <a:extLst>
              <a:ext uri="{FF2B5EF4-FFF2-40B4-BE49-F238E27FC236}">
                <a16:creationId xmlns:a16="http://schemas.microsoft.com/office/drawing/2014/main" id="{042F20D1-16B4-9F7A-BB85-080E110D09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5" name="Slide Number Placeholder 4">
            <a:extLst>
              <a:ext uri="{FF2B5EF4-FFF2-40B4-BE49-F238E27FC236}">
                <a16:creationId xmlns:a16="http://schemas.microsoft.com/office/drawing/2014/main" id="{E1EAAA16-EDF6-9DF1-8EB7-35D30CF089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C3E807-71D2-486E-AE16-CD1CC0E5495D}" type="slidenum">
              <a:rPr lang="en-IN" smtClean="0"/>
              <a:t>‹#›</a:t>
            </a:fld>
            <a:endParaRPr lang="en-IN"/>
          </a:p>
        </p:txBody>
      </p:sp>
    </p:spTree>
    <p:extLst>
      <p:ext uri="{BB962C8B-B14F-4D97-AF65-F5344CB8AC3E}">
        <p14:creationId xmlns:p14="http://schemas.microsoft.com/office/powerpoint/2010/main" val="211257366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D3B07-1EF9-4F31-BBF9-B441EA500D2B}" type="datetime1">
              <a:rPr lang="en-IN" smtClean="0"/>
              <a:t>28-04-2026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69606-77D1-4BD4-A656-2B410C8A8572}" type="slidenum">
              <a:rPr lang="en-IN" smtClean="0"/>
              <a:t>‹#›</a:t>
            </a:fld>
            <a:endParaRPr lang="en-IN"/>
          </a:p>
        </p:txBody>
      </p:sp>
    </p:spTree>
    <p:extLst>
      <p:ext uri="{BB962C8B-B14F-4D97-AF65-F5344CB8AC3E}">
        <p14:creationId xmlns:p14="http://schemas.microsoft.com/office/powerpoint/2010/main" val="229321829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4CB7-D9CB-D7BC-38C5-22835B6B6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202A9-CFBD-392A-C6FC-67244359A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F8034-DE1C-9354-4BA6-A58DEE95A53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358762-1C39-7258-269A-53FB50055C16}"/>
              </a:ext>
            </a:extLst>
          </p:cNvPr>
          <p:cNvSpPr>
            <a:spLocks noGrp="1"/>
          </p:cNvSpPr>
          <p:nvPr>
            <p:ph type="sldNum" sz="quarter" idx="5"/>
          </p:nvPr>
        </p:nvSpPr>
        <p:spPr/>
        <p:txBody>
          <a:bodyPr/>
          <a:lstStyle/>
          <a:p>
            <a:fld id="{05769606-77D1-4BD4-A656-2B410C8A8572}" type="slidenum">
              <a:rPr lang="en-IN" smtClean="0"/>
              <a:t>1</a:t>
            </a:fld>
            <a:endParaRPr lang="en-IN"/>
          </a:p>
        </p:txBody>
      </p:sp>
      <p:sp>
        <p:nvSpPr>
          <p:cNvPr id="5" name="Date Placeholder 4">
            <a:extLst>
              <a:ext uri="{FF2B5EF4-FFF2-40B4-BE49-F238E27FC236}">
                <a16:creationId xmlns:a16="http://schemas.microsoft.com/office/drawing/2014/main" id="{88B6E8E4-77C3-303A-A331-63071D59DD98}"/>
              </a:ext>
            </a:extLst>
          </p:cNvPr>
          <p:cNvSpPr>
            <a:spLocks noGrp="1"/>
          </p:cNvSpPr>
          <p:nvPr>
            <p:ph type="dt" idx="1"/>
          </p:nvPr>
        </p:nvSpPr>
        <p:spPr/>
        <p:txBody>
          <a:bodyPr/>
          <a:lstStyle/>
          <a:p>
            <a:fld id="{A5DBC76F-BDC4-44EB-8BD4-FD1F3D45BCB7}" type="datetime1">
              <a:rPr lang="en-IN" smtClean="0"/>
              <a:t>28-04-2026</a:t>
            </a:fld>
            <a:endParaRPr lang="en-IN"/>
          </a:p>
        </p:txBody>
      </p:sp>
      <p:sp>
        <p:nvSpPr>
          <p:cNvPr id="6" name="Footer Placeholder 5">
            <a:extLst>
              <a:ext uri="{FF2B5EF4-FFF2-40B4-BE49-F238E27FC236}">
                <a16:creationId xmlns:a16="http://schemas.microsoft.com/office/drawing/2014/main" id="{9D07C3AE-2686-EC32-20B5-0EA9F476499B}"/>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6EAC641E-5B23-4E69-10A1-43521E504C5E}"/>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3119930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3</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4</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5</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6</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7</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8</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F04BF-B8AE-2B92-6E7C-8D345FC11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ADB7B-86A0-38E0-4622-11010F29E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F8B1F-7FE3-44DC-8D46-973BE7ADF5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90E641-4458-A316-C1C6-FFD5D79F5753}"/>
              </a:ext>
            </a:extLst>
          </p:cNvPr>
          <p:cNvSpPr>
            <a:spLocks noGrp="1"/>
          </p:cNvSpPr>
          <p:nvPr>
            <p:ph type="sldNum" sz="quarter" idx="5"/>
          </p:nvPr>
        </p:nvSpPr>
        <p:spPr/>
        <p:txBody>
          <a:bodyPr/>
          <a:lstStyle/>
          <a:p>
            <a:fld id="{05769606-77D1-4BD4-A656-2B410C8A8572}" type="slidenum">
              <a:rPr lang="en-IN" smtClean="0"/>
              <a:t>9</a:t>
            </a:fld>
            <a:endParaRPr lang="en-IN"/>
          </a:p>
        </p:txBody>
      </p:sp>
      <p:sp>
        <p:nvSpPr>
          <p:cNvPr id="5" name="Date Placeholder 4">
            <a:extLst>
              <a:ext uri="{FF2B5EF4-FFF2-40B4-BE49-F238E27FC236}">
                <a16:creationId xmlns:a16="http://schemas.microsoft.com/office/drawing/2014/main" id="{01FC7EB3-28B3-B689-9356-24C3BA93FB4F}"/>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FFE682BD-12E0-8A68-FDD4-7060A6B933AA}"/>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C2A0AD0B-8561-DC13-830A-D57748F64752}"/>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343184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10</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11</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28-04-2026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F88F-62E7-993B-CFCD-A8C93883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CDC8C-6ED8-1518-1EAE-6118A5049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A9FB8-A9E2-D872-BE7C-5987388014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8A8BF31-DBA9-BF45-F5FB-597B7D6973D3}"/>
              </a:ext>
            </a:extLst>
          </p:cNvPr>
          <p:cNvSpPr>
            <a:spLocks noGrp="1"/>
          </p:cNvSpPr>
          <p:nvPr>
            <p:ph type="sldNum" sz="quarter" idx="5"/>
          </p:nvPr>
        </p:nvSpPr>
        <p:spPr/>
        <p:txBody>
          <a:bodyPr/>
          <a:lstStyle/>
          <a:p>
            <a:fld id="{05769606-77D1-4BD4-A656-2B410C8A8572}" type="slidenum">
              <a:rPr lang="en-IN" smtClean="0"/>
              <a:t>13</a:t>
            </a:fld>
            <a:endParaRPr lang="en-IN"/>
          </a:p>
        </p:txBody>
      </p:sp>
      <p:sp>
        <p:nvSpPr>
          <p:cNvPr id="5" name="Date Placeholder 4">
            <a:extLst>
              <a:ext uri="{FF2B5EF4-FFF2-40B4-BE49-F238E27FC236}">
                <a16:creationId xmlns:a16="http://schemas.microsoft.com/office/drawing/2014/main" id="{453A1DC6-60B9-69E4-B1F1-29CB6993AFE1}"/>
              </a:ext>
            </a:extLst>
          </p:cNvPr>
          <p:cNvSpPr>
            <a:spLocks noGrp="1"/>
          </p:cNvSpPr>
          <p:nvPr>
            <p:ph type="dt" idx="1"/>
          </p:nvPr>
        </p:nvSpPr>
        <p:spPr/>
        <p:txBody>
          <a:bodyPr/>
          <a:lstStyle/>
          <a:p>
            <a:fld id="{2C133B7E-50E6-4784-A0B7-BF133C708F0B}" type="datetime1">
              <a:rPr lang="en-IN" smtClean="0"/>
              <a:t>28-04-2026</a:t>
            </a:fld>
            <a:endParaRPr lang="en-IN"/>
          </a:p>
        </p:txBody>
      </p:sp>
      <p:sp>
        <p:nvSpPr>
          <p:cNvPr id="6" name="Footer Placeholder 5">
            <a:extLst>
              <a:ext uri="{FF2B5EF4-FFF2-40B4-BE49-F238E27FC236}">
                <a16:creationId xmlns:a16="http://schemas.microsoft.com/office/drawing/2014/main" id="{020289E0-996E-38BE-B832-B1C3B7DBE140}"/>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BE124C92-91A2-E6BB-48C2-116B8FD18B62}"/>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881999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4DAE-F5C6-454D-AFDC-AAF396BA0E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6AA990-3EAF-4FF9-9555-29B5741C9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831E3E-4FE5-4F01-AAF8-CB61459487C0}"/>
              </a:ext>
            </a:extLst>
          </p:cNvPr>
          <p:cNvSpPr>
            <a:spLocks noGrp="1"/>
          </p:cNvSpPr>
          <p:nvPr>
            <p:ph type="dt" sz="half" idx="10"/>
          </p:nvPr>
        </p:nvSpPr>
        <p:spPr/>
        <p:txBody>
          <a:bodyPr/>
          <a:lstStyle/>
          <a:p>
            <a:fld id="{AAC131B0-C9FB-4DD5-97EC-21EFEC10F4F4}" type="datetime1">
              <a:rPr lang="en-IN" smtClean="0"/>
              <a:t>28-04-2026</a:t>
            </a:fld>
            <a:endParaRPr lang="en-IN"/>
          </a:p>
        </p:txBody>
      </p:sp>
      <p:sp>
        <p:nvSpPr>
          <p:cNvPr id="5" name="Footer Placeholder 4">
            <a:extLst>
              <a:ext uri="{FF2B5EF4-FFF2-40B4-BE49-F238E27FC236}">
                <a16:creationId xmlns:a16="http://schemas.microsoft.com/office/drawing/2014/main" id="{ACFC3453-1038-4076-9DED-D28773942501}"/>
              </a:ext>
            </a:extLst>
          </p:cNvPr>
          <p:cNvSpPr>
            <a:spLocks noGrp="1"/>
          </p:cNvSpPr>
          <p:nvPr>
            <p:ph type="ftr" sz="quarter" idx="11"/>
          </p:nvPr>
        </p:nvSpPr>
        <p:spPr/>
        <p:txBody>
          <a:body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BD74E3F0-76B7-4C43-9D85-E2E06EFFEE6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78691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0E89-2983-4E1E-8AD3-4F82F0A428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D2E7C4-B740-401D-A25D-37F187F646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21E203-F203-4711-B7A2-8F797C161933}"/>
              </a:ext>
            </a:extLst>
          </p:cNvPr>
          <p:cNvSpPr>
            <a:spLocks noGrp="1"/>
          </p:cNvSpPr>
          <p:nvPr>
            <p:ph type="dt" sz="half" idx="10"/>
          </p:nvPr>
        </p:nvSpPr>
        <p:spPr/>
        <p:txBody>
          <a:bodyPr/>
          <a:lstStyle/>
          <a:p>
            <a:fld id="{618FFF8D-38DE-44ED-8E8F-F4480F209472}" type="datetime1">
              <a:rPr lang="en-IN" smtClean="0"/>
              <a:t>28-04-2026</a:t>
            </a:fld>
            <a:endParaRPr lang="en-IN"/>
          </a:p>
        </p:txBody>
      </p:sp>
      <p:sp>
        <p:nvSpPr>
          <p:cNvPr id="5" name="Footer Placeholder 4">
            <a:extLst>
              <a:ext uri="{FF2B5EF4-FFF2-40B4-BE49-F238E27FC236}">
                <a16:creationId xmlns:a16="http://schemas.microsoft.com/office/drawing/2014/main" id="{FC26852F-1A31-4CB3-B952-13DAB07C348B}"/>
              </a:ext>
            </a:extLst>
          </p:cNvPr>
          <p:cNvSpPr>
            <a:spLocks noGrp="1"/>
          </p:cNvSpPr>
          <p:nvPr>
            <p:ph type="ftr" sz="quarter" idx="11"/>
          </p:nvPr>
        </p:nvSpPr>
        <p:spPr/>
        <p:txBody>
          <a:body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4697B306-A7A3-4335-A04F-7541869DAA38}"/>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535998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A19F-7442-4B68-B955-56F6B084B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40CD2C-A48F-4775-B189-0793522271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68908-A714-4228-A602-E7A357FF66D6}"/>
              </a:ext>
            </a:extLst>
          </p:cNvPr>
          <p:cNvSpPr>
            <a:spLocks noGrp="1"/>
          </p:cNvSpPr>
          <p:nvPr>
            <p:ph type="dt" sz="half" idx="10"/>
          </p:nvPr>
        </p:nvSpPr>
        <p:spPr/>
        <p:txBody>
          <a:bodyPr/>
          <a:lstStyle/>
          <a:p>
            <a:fld id="{17460553-21AA-46C9-AB52-F50F6EEE2E62}" type="datetime1">
              <a:rPr lang="en-IN" smtClean="0"/>
              <a:t>28-04-2026</a:t>
            </a:fld>
            <a:endParaRPr lang="en-IN"/>
          </a:p>
        </p:txBody>
      </p:sp>
      <p:sp>
        <p:nvSpPr>
          <p:cNvPr id="5" name="Footer Placeholder 4">
            <a:extLst>
              <a:ext uri="{FF2B5EF4-FFF2-40B4-BE49-F238E27FC236}">
                <a16:creationId xmlns:a16="http://schemas.microsoft.com/office/drawing/2014/main" id="{9CF1287E-6268-4689-BFC0-A3E44DAFEB56}"/>
              </a:ext>
            </a:extLst>
          </p:cNvPr>
          <p:cNvSpPr>
            <a:spLocks noGrp="1"/>
          </p:cNvSpPr>
          <p:nvPr>
            <p:ph type="ftr" sz="quarter" idx="11"/>
          </p:nvPr>
        </p:nvSpPr>
        <p:spPr/>
        <p:txBody>
          <a:body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53BCC483-A732-4FFA-8636-9E5E03751C4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55339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3186-7A7F-4819-B879-6631220F6A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B7BA3E-E296-4A2F-BD81-158C0CA6B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20B82-4066-4E7E-A47A-797F200D6D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1A081E-F28F-448A-9D06-E308DE0BB69E}"/>
              </a:ext>
            </a:extLst>
          </p:cNvPr>
          <p:cNvSpPr>
            <a:spLocks noGrp="1"/>
          </p:cNvSpPr>
          <p:nvPr>
            <p:ph type="dt" sz="half" idx="10"/>
          </p:nvPr>
        </p:nvSpPr>
        <p:spPr/>
        <p:txBody>
          <a:bodyPr/>
          <a:lstStyle/>
          <a:p>
            <a:fld id="{2C0909CD-D9E1-4E31-9980-5F3A894C2608}" type="datetime1">
              <a:rPr lang="en-IN" smtClean="0"/>
              <a:t>28-04-2026</a:t>
            </a:fld>
            <a:endParaRPr lang="en-IN"/>
          </a:p>
        </p:txBody>
      </p:sp>
      <p:sp>
        <p:nvSpPr>
          <p:cNvPr id="6" name="Footer Placeholder 5">
            <a:extLst>
              <a:ext uri="{FF2B5EF4-FFF2-40B4-BE49-F238E27FC236}">
                <a16:creationId xmlns:a16="http://schemas.microsoft.com/office/drawing/2014/main" id="{5576A227-6F7B-4D0A-AC3F-0817DBE67B34}"/>
              </a:ext>
            </a:extLst>
          </p:cNvPr>
          <p:cNvSpPr>
            <a:spLocks noGrp="1"/>
          </p:cNvSpPr>
          <p:nvPr>
            <p:ph type="ftr" sz="quarter" idx="11"/>
          </p:nvPr>
        </p:nvSpPr>
        <p:spPr/>
        <p:txBody>
          <a:bodyPr/>
          <a:lstStyle/>
          <a:p>
            <a:r>
              <a:rPr lang="en-US" dirty="0"/>
              <a:t>DHARSANDIA RENA HEMAL&amp; Department</a:t>
            </a:r>
            <a:endParaRPr lang="en-IN" dirty="0"/>
          </a:p>
        </p:txBody>
      </p:sp>
      <p:sp>
        <p:nvSpPr>
          <p:cNvPr id="7" name="Slide Number Placeholder 6">
            <a:extLst>
              <a:ext uri="{FF2B5EF4-FFF2-40B4-BE49-F238E27FC236}">
                <a16:creationId xmlns:a16="http://schemas.microsoft.com/office/drawing/2014/main" id="{D96FDA79-7B9F-4F23-8932-9C89272C327D}"/>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897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A54A-6C69-4D14-8EE5-067692CEE6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2E6B3-A4FD-4B3B-ABFE-A0841309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D66EDD-FB5D-431C-850B-8141C7368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05FADE-8590-49B1-AF6E-1522EF4F1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B82C5F-682A-4819-9789-3345121747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E08900-84F2-442F-9178-183865D96DE4}"/>
              </a:ext>
            </a:extLst>
          </p:cNvPr>
          <p:cNvSpPr>
            <a:spLocks noGrp="1"/>
          </p:cNvSpPr>
          <p:nvPr>
            <p:ph type="dt" sz="half" idx="10"/>
          </p:nvPr>
        </p:nvSpPr>
        <p:spPr/>
        <p:txBody>
          <a:bodyPr/>
          <a:lstStyle/>
          <a:p>
            <a:fld id="{31129F84-13A4-42C3-84B9-F21DB80BB174}" type="datetime1">
              <a:rPr lang="en-IN" smtClean="0"/>
              <a:t>28-04-2026</a:t>
            </a:fld>
            <a:endParaRPr lang="en-IN"/>
          </a:p>
        </p:txBody>
      </p:sp>
      <p:sp>
        <p:nvSpPr>
          <p:cNvPr id="8" name="Footer Placeholder 7">
            <a:extLst>
              <a:ext uri="{FF2B5EF4-FFF2-40B4-BE49-F238E27FC236}">
                <a16:creationId xmlns:a16="http://schemas.microsoft.com/office/drawing/2014/main" id="{C2830A47-A763-487C-8B06-98BAF442F43F}"/>
              </a:ext>
            </a:extLst>
          </p:cNvPr>
          <p:cNvSpPr>
            <a:spLocks noGrp="1"/>
          </p:cNvSpPr>
          <p:nvPr>
            <p:ph type="ftr" sz="quarter" idx="11"/>
          </p:nvPr>
        </p:nvSpPr>
        <p:spPr/>
        <p:txBody>
          <a:bodyPr/>
          <a:lstStyle/>
          <a:p>
            <a:r>
              <a:rPr lang="en-US" dirty="0"/>
              <a:t>DHARSANDIA RENA HEMAL&amp; Department</a:t>
            </a:r>
            <a:endParaRPr lang="en-IN" dirty="0"/>
          </a:p>
        </p:txBody>
      </p:sp>
      <p:sp>
        <p:nvSpPr>
          <p:cNvPr id="9" name="Slide Number Placeholder 8">
            <a:extLst>
              <a:ext uri="{FF2B5EF4-FFF2-40B4-BE49-F238E27FC236}">
                <a16:creationId xmlns:a16="http://schemas.microsoft.com/office/drawing/2014/main" id="{F0BD71BF-9A8B-41EA-A32A-76A5A05F99E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61963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FBD9F-1469-41A5-9202-A0BA0296C6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15A793-C7DE-407E-8328-496ADD262135}"/>
              </a:ext>
            </a:extLst>
          </p:cNvPr>
          <p:cNvSpPr>
            <a:spLocks noGrp="1"/>
          </p:cNvSpPr>
          <p:nvPr>
            <p:ph type="dt" sz="half" idx="10"/>
          </p:nvPr>
        </p:nvSpPr>
        <p:spPr/>
        <p:txBody>
          <a:bodyPr/>
          <a:lstStyle/>
          <a:p>
            <a:fld id="{160D810A-866C-4043-9CBB-5ABA3F831B2D}" type="datetime1">
              <a:rPr lang="en-IN" smtClean="0"/>
              <a:t>28-04-2026</a:t>
            </a:fld>
            <a:endParaRPr lang="en-IN"/>
          </a:p>
        </p:txBody>
      </p:sp>
      <p:sp>
        <p:nvSpPr>
          <p:cNvPr id="4" name="Footer Placeholder 3">
            <a:extLst>
              <a:ext uri="{FF2B5EF4-FFF2-40B4-BE49-F238E27FC236}">
                <a16:creationId xmlns:a16="http://schemas.microsoft.com/office/drawing/2014/main" id="{DCF00BE9-EEA0-4A26-9F1E-E7F9D17984E2}"/>
              </a:ext>
            </a:extLst>
          </p:cNvPr>
          <p:cNvSpPr>
            <a:spLocks noGrp="1"/>
          </p:cNvSpPr>
          <p:nvPr>
            <p:ph type="ftr" sz="quarter" idx="11"/>
          </p:nvPr>
        </p:nvSpPr>
        <p:spPr/>
        <p:txBody>
          <a:bodyPr/>
          <a:lstStyle/>
          <a:p>
            <a:r>
              <a:rPr lang="en-US" dirty="0"/>
              <a:t>DHARSANDIA RENA HEMAL&amp; Department</a:t>
            </a:r>
            <a:endParaRPr lang="en-IN" dirty="0"/>
          </a:p>
        </p:txBody>
      </p:sp>
      <p:sp>
        <p:nvSpPr>
          <p:cNvPr id="5" name="Slide Number Placeholder 4">
            <a:extLst>
              <a:ext uri="{FF2B5EF4-FFF2-40B4-BE49-F238E27FC236}">
                <a16:creationId xmlns:a16="http://schemas.microsoft.com/office/drawing/2014/main" id="{EA13D293-0ADA-48A5-B648-30CFFAEA949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64441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89F29-E588-4C2A-8A95-62F572D187B2}"/>
              </a:ext>
            </a:extLst>
          </p:cNvPr>
          <p:cNvSpPr>
            <a:spLocks noGrp="1"/>
          </p:cNvSpPr>
          <p:nvPr>
            <p:ph type="dt" sz="half" idx="10"/>
          </p:nvPr>
        </p:nvSpPr>
        <p:spPr/>
        <p:txBody>
          <a:bodyPr/>
          <a:lstStyle/>
          <a:p>
            <a:fld id="{BBEBE989-A332-410D-A8A6-532B1C75E2C4}" type="datetime1">
              <a:rPr lang="en-IN" smtClean="0"/>
              <a:t>28-04-2026</a:t>
            </a:fld>
            <a:endParaRPr lang="en-IN"/>
          </a:p>
        </p:txBody>
      </p:sp>
      <p:sp>
        <p:nvSpPr>
          <p:cNvPr id="3" name="Footer Placeholder 2">
            <a:extLst>
              <a:ext uri="{FF2B5EF4-FFF2-40B4-BE49-F238E27FC236}">
                <a16:creationId xmlns:a16="http://schemas.microsoft.com/office/drawing/2014/main" id="{0EA7526D-A567-4605-A7A9-135F95B01820}"/>
              </a:ext>
            </a:extLst>
          </p:cNvPr>
          <p:cNvSpPr>
            <a:spLocks noGrp="1"/>
          </p:cNvSpPr>
          <p:nvPr>
            <p:ph type="ftr" sz="quarter" idx="11"/>
          </p:nvPr>
        </p:nvSpPr>
        <p:spPr/>
        <p:txBody>
          <a:bodyPr/>
          <a:lstStyle/>
          <a:p>
            <a:r>
              <a:rPr lang="en-US" dirty="0"/>
              <a:t>DHARSANDIA RENA HEMAL&amp; Department</a:t>
            </a:r>
            <a:endParaRPr lang="en-IN" dirty="0"/>
          </a:p>
        </p:txBody>
      </p:sp>
      <p:sp>
        <p:nvSpPr>
          <p:cNvPr id="4" name="Slide Number Placeholder 3">
            <a:extLst>
              <a:ext uri="{FF2B5EF4-FFF2-40B4-BE49-F238E27FC236}">
                <a16:creationId xmlns:a16="http://schemas.microsoft.com/office/drawing/2014/main" id="{FC71C8A3-0862-4EB5-AABC-A30859267123}"/>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923759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4CB5-FA1C-4FC0-AD9B-86A482EC7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1AD36A-F712-4B95-A05A-260123906D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AD72EF-041F-42BF-9D8B-6654A5388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05025-346C-4E8E-8D28-42B0844CDECC}"/>
              </a:ext>
            </a:extLst>
          </p:cNvPr>
          <p:cNvSpPr>
            <a:spLocks noGrp="1"/>
          </p:cNvSpPr>
          <p:nvPr>
            <p:ph type="dt" sz="half" idx="10"/>
          </p:nvPr>
        </p:nvSpPr>
        <p:spPr/>
        <p:txBody>
          <a:bodyPr/>
          <a:lstStyle/>
          <a:p>
            <a:fld id="{8C6B5F36-35FA-4268-A441-E6463EAA5FA4}" type="datetime1">
              <a:rPr lang="en-IN" smtClean="0"/>
              <a:t>28-04-2026</a:t>
            </a:fld>
            <a:endParaRPr lang="en-IN"/>
          </a:p>
        </p:txBody>
      </p:sp>
      <p:sp>
        <p:nvSpPr>
          <p:cNvPr id="6" name="Footer Placeholder 5">
            <a:extLst>
              <a:ext uri="{FF2B5EF4-FFF2-40B4-BE49-F238E27FC236}">
                <a16:creationId xmlns:a16="http://schemas.microsoft.com/office/drawing/2014/main" id="{439BFF5B-58F9-427F-A2F5-A3D54513E7A5}"/>
              </a:ext>
            </a:extLst>
          </p:cNvPr>
          <p:cNvSpPr>
            <a:spLocks noGrp="1"/>
          </p:cNvSpPr>
          <p:nvPr>
            <p:ph type="ftr" sz="quarter" idx="11"/>
          </p:nvPr>
        </p:nvSpPr>
        <p:spPr/>
        <p:txBody>
          <a:bodyPr/>
          <a:lstStyle/>
          <a:p>
            <a:r>
              <a:rPr lang="en-US" dirty="0"/>
              <a:t>DHARSANDIA RENA HEMAL&amp; Department</a:t>
            </a:r>
            <a:endParaRPr lang="en-IN" dirty="0"/>
          </a:p>
        </p:txBody>
      </p:sp>
      <p:sp>
        <p:nvSpPr>
          <p:cNvPr id="7" name="Slide Number Placeholder 6">
            <a:extLst>
              <a:ext uri="{FF2B5EF4-FFF2-40B4-BE49-F238E27FC236}">
                <a16:creationId xmlns:a16="http://schemas.microsoft.com/office/drawing/2014/main" id="{CA99F69D-DD1A-402C-944E-141267614F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21378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2E9C-65CE-4BA4-85E8-BAEB5B101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D281C8-208E-4C02-9EF2-F49A49B50C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721BD1-5B7F-4CBB-B585-DA93A56F8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87DE2-AE53-4247-A661-AD19B8921C4F}"/>
              </a:ext>
            </a:extLst>
          </p:cNvPr>
          <p:cNvSpPr>
            <a:spLocks noGrp="1"/>
          </p:cNvSpPr>
          <p:nvPr>
            <p:ph type="dt" sz="half" idx="10"/>
          </p:nvPr>
        </p:nvSpPr>
        <p:spPr/>
        <p:txBody>
          <a:bodyPr/>
          <a:lstStyle/>
          <a:p>
            <a:fld id="{30B31E1C-51D0-4C9B-85B0-695D92FD0D00}" type="datetime1">
              <a:rPr lang="en-IN" smtClean="0"/>
              <a:t>28-04-2026</a:t>
            </a:fld>
            <a:endParaRPr lang="en-IN"/>
          </a:p>
        </p:txBody>
      </p:sp>
      <p:sp>
        <p:nvSpPr>
          <p:cNvPr id="6" name="Footer Placeholder 5">
            <a:extLst>
              <a:ext uri="{FF2B5EF4-FFF2-40B4-BE49-F238E27FC236}">
                <a16:creationId xmlns:a16="http://schemas.microsoft.com/office/drawing/2014/main" id="{8099459F-FB23-4534-A47C-E0AB046D48DD}"/>
              </a:ext>
            </a:extLst>
          </p:cNvPr>
          <p:cNvSpPr>
            <a:spLocks noGrp="1"/>
          </p:cNvSpPr>
          <p:nvPr>
            <p:ph type="ftr" sz="quarter" idx="11"/>
          </p:nvPr>
        </p:nvSpPr>
        <p:spPr/>
        <p:txBody>
          <a:bodyPr/>
          <a:lstStyle/>
          <a:p>
            <a:r>
              <a:rPr lang="en-US" dirty="0"/>
              <a:t>DHARSANDIA RENA HEMAL&amp; Department</a:t>
            </a:r>
            <a:endParaRPr lang="en-IN" dirty="0"/>
          </a:p>
        </p:txBody>
      </p:sp>
      <p:sp>
        <p:nvSpPr>
          <p:cNvPr id="7" name="Slide Number Placeholder 6">
            <a:extLst>
              <a:ext uri="{FF2B5EF4-FFF2-40B4-BE49-F238E27FC236}">
                <a16:creationId xmlns:a16="http://schemas.microsoft.com/office/drawing/2014/main" id="{307EF753-176A-4D74-A4D1-51910F5DDF6F}"/>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721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D4F-88D8-4F72-B540-C533966AFA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F0F988-6313-4F2F-843A-B5A382650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943F66-5829-46CF-B0B8-7641FB225D81}"/>
              </a:ext>
            </a:extLst>
          </p:cNvPr>
          <p:cNvSpPr>
            <a:spLocks noGrp="1"/>
          </p:cNvSpPr>
          <p:nvPr>
            <p:ph type="dt" sz="half" idx="10"/>
          </p:nvPr>
        </p:nvSpPr>
        <p:spPr/>
        <p:txBody>
          <a:bodyPr/>
          <a:lstStyle/>
          <a:p>
            <a:fld id="{8928E016-816A-462E-AFD6-EE852EADA12C}" type="datetime1">
              <a:rPr lang="en-IN" smtClean="0"/>
              <a:t>28-04-2026</a:t>
            </a:fld>
            <a:endParaRPr lang="en-IN"/>
          </a:p>
        </p:txBody>
      </p:sp>
      <p:sp>
        <p:nvSpPr>
          <p:cNvPr id="5" name="Footer Placeholder 4">
            <a:extLst>
              <a:ext uri="{FF2B5EF4-FFF2-40B4-BE49-F238E27FC236}">
                <a16:creationId xmlns:a16="http://schemas.microsoft.com/office/drawing/2014/main" id="{5A6B28BB-7E22-4B05-A645-7481DC1649BF}"/>
              </a:ext>
            </a:extLst>
          </p:cNvPr>
          <p:cNvSpPr>
            <a:spLocks noGrp="1"/>
          </p:cNvSpPr>
          <p:nvPr>
            <p:ph type="ftr" sz="quarter" idx="11"/>
          </p:nvPr>
        </p:nvSpPr>
        <p:spPr/>
        <p:txBody>
          <a:body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D6ACA330-8AB6-49E9-862A-112EE7C3C0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5061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7E5E0-A998-46A6-BCA4-83F3D11523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9A3B42-B542-4BAA-92C4-925210EF2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29750-7E8E-4B6F-AFCF-BEAD1874BAE9}"/>
              </a:ext>
            </a:extLst>
          </p:cNvPr>
          <p:cNvSpPr>
            <a:spLocks noGrp="1"/>
          </p:cNvSpPr>
          <p:nvPr>
            <p:ph type="dt" sz="half" idx="10"/>
          </p:nvPr>
        </p:nvSpPr>
        <p:spPr/>
        <p:txBody>
          <a:bodyPr/>
          <a:lstStyle/>
          <a:p>
            <a:fld id="{D1FC357D-D3AE-45A1-AF16-9951E4A1A6C0}" type="datetime1">
              <a:rPr lang="en-IN" smtClean="0"/>
              <a:t>28-04-2026</a:t>
            </a:fld>
            <a:endParaRPr lang="en-IN"/>
          </a:p>
        </p:txBody>
      </p:sp>
      <p:sp>
        <p:nvSpPr>
          <p:cNvPr id="5" name="Footer Placeholder 4">
            <a:extLst>
              <a:ext uri="{FF2B5EF4-FFF2-40B4-BE49-F238E27FC236}">
                <a16:creationId xmlns:a16="http://schemas.microsoft.com/office/drawing/2014/main" id="{35F52F66-CAB7-4CAC-8C40-BE6B877E771C}"/>
              </a:ext>
            </a:extLst>
          </p:cNvPr>
          <p:cNvSpPr>
            <a:spLocks noGrp="1"/>
          </p:cNvSpPr>
          <p:nvPr>
            <p:ph type="ftr" sz="quarter" idx="11"/>
          </p:nvPr>
        </p:nvSpPr>
        <p:spPr/>
        <p:txBody>
          <a:body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F0D6B8D6-A138-46E5-B006-AB4D1E3A893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1195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BFB23A-58CF-456B-AB08-73729B667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C0A73A-70C8-4162-B8EF-D65B849D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B0888-81FA-465A-90E7-E59D17F1C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F3E9B-DCF6-460C-A298-894BB8D79EEF}" type="datetime1">
              <a:rPr lang="en-IN" smtClean="0"/>
              <a:t>28-04-2026</a:t>
            </a:fld>
            <a:endParaRPr lang="en-IN"/>
          </a:p>
        </p:txBody>
      </p:sp>
      <p:sp>
        <p:nvSpPr>
          <p:cNvPr id="5" name="Footer Placeholder 4">
            <a:extLst>
              <a:ext uri="{FF2B5EF4-FFF2-40B4-BE49-F238E27FC236}">
                <a16:creationId xmlns:a16="http://schemas.microsoft.com/office/drawing/2014/main" id="{D12B48A1-228A-48E5-955E-3CBA79661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DHARSANDIA RENA HEMAL&amp; Department</a:t>
            </a:r>
            <a:endParaRPr lang="en-IN" dirty="0"/>
          </a:p>
        </p:txBody>
      </p:sp>
      <p:sp>
        <p:nvSpPr>
          <p:cNvPr id="6" name="Slide Number Placeholder 5">
            <a:extLst>
              <a:ext uri="{FF2B5EF4-FFF2-40B4-BE49-F238E27FC236}">
                <a16:creationId xmlns:a16="http://schemas.microsoft.com/office/drawing/2014/main" id="{245395B7-BD3B-4473-B16F-5A7A3505B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ED798-B2B7-453D-A02A-83F1CBF01642}" type="slidenum">
              <a:rPr lang="en-IN" smtClean="0"/>
              <a:t>‹#›</a:t>
            </a:fld>
            <a:endParaRPr lang="en-IN"/>
          </a:p>
        </p:txBody>
      </p:sp>
    </p:spTree>
    <p:extLst>
      <p:ext uri="{BB962C8B-B14F-4D97-AF65-F5344CB8AC3E}">
        <p14:creationId xmlns:p14="http://schemas.microsoft.com/office/powerpoint/2010/main" val="229485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CEAD-96D3-A032-A33C-97C7C6389C2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EDCE6FD-5F7E-8664-8ED3-31E895D52E72}"/>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32B962B7-0060-92BF-D80F-8CA6E48E339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8589A71-20A6-497A-C266-A3AC590AC7BB}"/>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A9C0AFB6-FDBE-77A2-D576-D59FFAF6D1D5}"/>
              </a:ext>
            </a:extLst>
          </p:cNvPr>
          <p:cNvSpPr>
            <a:spLocks noGrp="1"/>
          </p:cNvSpPr>
          <p:nvPr>
            <p:ph type="sldNum" sz="quarter" idx="12"/>
          </p:nvPr>
        </p:nvSpPr>
        <p:spPr/>
        <p:txBody>
          <a:bodyPr/>
          <a:lstStyle/>
          <a:p>
            <a:fld id="{C9EED798-B2B7-453D-A02A-83F1CBF01642}" type="slidenum">
              <a:rPr lang="en-IN" smtClean="0"/>
              <a:t>1</a:t>
            </a:fld>
            <a:endParaRPr lang="en-IN"/>
          </a:p>
        </p:txBody>
      </p:sp>
      <p:grpSp>
        <p:nvGrpSpPr>
          <p:cNvPr id="18" name="Group 17">
            <a:extLst>
              <a:ext uri="{FF2B5EF4-FFF2-40B4-BE49-F238E27FC236}">
                <a16:creationId xmlns:a16="http://schemas.microsoft.com/office/drawing/2014/main" id="{0118D69F-ABE1-3E32-47BB-EE57D5B92537}"/>
              </a:ext>
            </a:extLst>
          </p:cNvPr>
          <p:cNvGrpSpPr/>
          <p:nvPr/>
        </p:nvGrpSpPr>
        <p:grpSpPr>
          <a:xfrm>
            <a:off x="529337" y="896634"/>
            <a:ext cx="10824463" cy="891025"/>
            <a:chOff x="529337" y="896634"/>
            <a:chExt cx="10824463" cy="891025"/>
          </a:xfrm>
        </p:grpSpPr>
        <p:pic>
          <p:nvPicPr>
            <p:cNvPr id="2" name="Picture 1">
              <a:extLst>
                <a:ext uri="{FF2B5EF4-FFF2-40B4-BE49-F238E27FC236}">
                  <a16:creationId xmlns:a16="http://schemas.microsoft.com/office/drawing/2014/main" id="{7FFD4D94-F232-ACC0-A2EC-5563B02B328F}"/>
                </a:ext>
              </a:extLst>
            </p:cNvPr>
            <p:cNvPicPr>
              <a:picLocks noChangeAspect="1"/>
            </p:cNvPicPr>
            <p:nvPr/>
          </p:nvPicPr>
          <p:blipFill rotWithShape="1">
            <a:blip r:embed="rId3"/>
            <a:srcRect t="27019" b="26058"/>
            <a:stretch/>
          </p:blipFill>
          <p:spPr>
            <a:xfrm>
              <a:off x="529337" y="896634"/>
              <a:ext cx="1898904" cy="891025"/>
            </a:xfrm>
            <a:prstGeom prst="rect">
              <a:avLst/>
            </a:prstGeom>
          </p:spPr>
        </p:pic>
        <p:grpSp>
          <p:nvGrpSpPr>
            <p:cNvPr id="15" name="Group 14">
              <a:extLst>
                <a:ext uri="{FF2B5EF4-FFF2-40B4-BE49-F238E27FC236}">
                  <a16:creationId xmlns:a16="http://schemas.microsoft.com/office/drawing/2014/main" id="{2CFC04D3-2649-B0B2-7F38-D5F9325C1352}"/>
                </a:ext>
              </a:extLst>
            </p:cNvPr>
            <p:cNvGrpSpPr/>
            <p:nvPr/>
          </p:nvGrpSpPr>
          <p:grpSpPr>
            <a:xfrm>
              <a:off x="11015286" y="1236138"/>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F47F37F5-DC62-D5EC-D8A9-D6ECF2CE1ACF}"/>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DBEBAC3F-D050-3CB2-1635-06DD7FCB6AF4}"/>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4" name="Rectangle 3"/>
          <p:cNvSpPr/>
          <p:nvPr/>
        </p:nvSpPr>
        <p:spPr>
          <a:xfrm>
            <a:off x="2653067" y="288643"/>
            <a:ext cx="7090403" cy="523220"/>
          </a:xfrm>
          <a:prstGeom prst="rect">
            <a:avLst/>
          </a:prstGeom>
        </p:spPr>
        <p:txBody>
          <a:bodyPr wrap="none">
            <a:spAutoFit/>
          </a:bodyPr>
          <a:lstStyle/>
          <a:p>
            <a:r>
              <a:rPr lang="en-IN" sz="2800" b="1" dirty="0">
                <a:latin typeface="Verdana" pitchFamily="34" charset="0"/>
                <a:ea typeface="Verdana" pitchFamily="34" charset="0"/>
              </a:rPr>
              <a:t>Tinkering &amp; Mentoring - VACC 201</a:t>
            </a:r>
          </a:p>
        </p:txBody>
      </p:sp>
      <p:sp>
        <p:nvSpPr>
          <p:cNvPr id="20" name="Rectangle 19"/>
          <p:cNvSpPr/>
          <p:nvPr/>
        </p:nvSpPr>
        <p:spPr>
          <a:xfrm>
            <a:off x="2805467" y="1186543"/>
            <a:ext cx="5993949" cy="954107"/>
          </a:xfrm>
          <a:prstGeom prst="rect">
            <a:avLst/>
          </a:prstGeom>
        </p:spPr>
        <p:txBody>
          <a:bodyPr wrap="none">
            <a:spAutoFit/>
          </a:bodyPr>
          <a:lstStyle/>
          <a:p>
            <a:pPr algn="ctr"/>
            <a:r>
              <a:rPr lang="en-IN" sz="2800" b="1" dirty="0">
                <a:latin typeface="Verdana" pitchFamily="34" charset="0"/>
                <a:ea typeface="Verdana" pitchFamily="34" charset="0"/>
              </a:rPr>
              <a:t>Final Project Presentation &amp; </a:t>
            </a:r>
          </a:p>
          <a:p>
            <a:pPr algn="ctr"/>
            <a:r>
              <a:rPr lang="en-IN" sz="2800" b="1" dirty="0">
                <a:latin typeface="Verdana" pitchFamily="34" charset="0"/>
                <a:ea typeface="Verdana" pitchFamily="34" charset="0"/>
              </a:rPr>
              <a:t>Demonstration</a:t>
            </a:r>
          </a:p>
        </p:txBody>
      </p:sp>
      <p:grpSp>
        <p:nvGrpSpPr>
          <p:cNvPr id="21" name="Group 20">
            <a:extLst>
              <a:ext uri="{FF2B5EF4-FFF2-40B4-BE49-F238E27FC236}">
                <a16:creationId xmlns:a16="http://schemas.microsoft.com/office/drawing/2014/main" id="{FE78DED0-2A03-65AD-7E05-0CCEFCAE696C}"/>
              </a:ext>
            </a:extLst>
          </p:cNvPr>
          <p:cNvGrpSpPr/>
          <p:nvPr/>
        </p:nvGrpSpPr>
        <p:grpSpPr>
          <a:xfrm>
            <a:off x="741859" y="2730556"/>
            <a:ext cx="6933106" cy="3585606"/>
            <a:chOff x="441503" y="2553089"/>
            <a:chExt cx="4565719" cy="3834165"/>
          </a:xfrm>
        </p:grpSpPr>
        <p:sp>
          <p:nvSpPr>
            <p:cNvPr id="22" name="TextBox 21">
              <a:extLst>
                <a:ext uri="{FF2B5EF4-FFF2-40B4-BE49-F238E27FC236}">
                  <a16:creationId xmlns:a16="http://schemas.microsoft.com/office/drawing/2014/main" id="{71DF62CC-1549-34C5-2BC7-8B32AAFDA013}"/>
                </a:ext>
              </a:extLst>
            </p:cNvPr>
            <p:cNvSpPr txBox="1"/>
            <p:nvPr/>
          </p:nvSpPr>
          <p:spPr>
            <a:xfrm>
              <a:off x="441503" y="2553089"/>
              <a:ext cx="4565719" cy="1546827"/>
            </a:xfrm>
            <a:prstGeom prst="rect">
              <a:avLst/>
            </a:prstGeom>
            <a:noFill/>
          </p:spPr>
          <p:txBody>
            <a:bodyPr wrap="square" rtlCol="0">
              <a:spAutoFit/>
            </a:bodyPr>
            <a:lstStyle/>
            <a:p>
              <a:r>
                <a:rPr lang="en-US" sz="4400" b="1" dirty="0">
                  <a:latin typeface="Verdana" panose="020B0604030504040204" pitchFamily="34" charset="0"/>
                  <a:ea typeface="Verdana" panose="020B0604030504040204" pitchFamily="34" charset="0"/>
                </a:rPr>
                <a:t>Soap making from Saponification</a:t>
              </a:r>
              <a:endParaRPr lang="en-IN" sz="6000" b="1" dirty="0">
                <a:latin typeface="Verdana" panose="020B0604030504040204" pitchFamily="34" charset="0"/>
                <a:ea typeface="Verdana" panose="020B0604030504040204" pitchFamily="34" charset="0"/>
              </a:endParaRPr>
            </a:p>
          </p:txBody>
        </p:sp>
        <p:sp>
          <p:nvSpPr>
            <p:cNvPr id="23" name="TextBox 22">
              <a:extLst>
                <a:ext uri="{FF2B5EF4-FFF2-40B4-BE49-F238E27FC236}">
                  <a16:creationId xmlns:a16="http://schemas.microsoft.com/office/drawing/2014/main" id="{506FB617-A5E9-F51C-410F-70C063DC0BB1}"/>
                </a:ext>
              </a:extLst>
            </p:cNvPr>
            <p:cNvSpPr txBox="1"/>
            <p:nvPr/>
          </p:nvSpPr>
          <p:spPr>
            <a:xfrm>
              <a:off x="442285" y="4367055"/>
              <a:ext cx="3592475" cy="2020199"/>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Date : 05/05/2026</a:t>
              </a:r>
            </a:p>
            <a:p>
              <a:pPr>
                <a:lnSpc>
                  <a:spcPct val="150000"/>
                </a:lnSpc>
              </a:pPr>
              <a:r>
                <a:rPr lang="en-US" sz="1600" dirty="0">
                  <a:latin typeface="Verdana" panose="020B0604030504040204" pitchFamily="34" charset="0"/>
                  <a:ea typeface="Verdana" panose="020B0604030504040204" pitchFamily="34" charset="0"/>
                </a:rPr>
                <a:t>Name of the Presenter: RENA DHARSANDIA</a:t>
              </a:r>
            </a:p>
            <a:p>
              <a:pPr>
                <a:lnSpc>
                  <a:spcPct val="150000"/>
                </a:lnSpc>
              </a:pPr>
              <a:r>
                <a:rPr lang="en-US" sz="1600" dirty="0">
                  <a:latin typeface="Verdana" panose="020B0604030504040204" pitchFamily="34" charset="0"/>
                  <a:ea typeface="Verdana" panose="020B0604030504040204" pitchFamily="34" charset="0"/>
                </a:rPr>
                <a:t>Email Id: 25SC02014@gsfcuniversity.ac.in</a:t>
              </a:r>
            </a:p>
            <a:p>
              <a:pPr>
                <a:lnSpc>
                  <a:spcPct val="150000"/>
                </a:lnSpc>
              </a:pPr>
              <a:r>
                <a:rPr lang="en-US" sz="1600" dirty="0">
                  <a:latin typeface="Verdana" panose="020B0604030504040204" pitchFamily="34" charset="0"/>
                  <a:ea typeface="Verdana" panose="020B0604030504040204" pitchFamily="34" charset="0"/>
                </a:rPr>
                <a:t>Mobile No.: 7573007567</a:t>
              </a:r>
            </a:p>
            <a:p>
              <a:pPr>
                <a:lnSpc>
                  <a:spcPct val="150000"/>
                </a:lnSpc>
              </a:pPr>
              <a:r>
                <a:rPr lang="en-US" sz="1600" dirty="0">
                  <a:latin typeface="Verdana" panose="020B0604030504040204" pitchFamily="34" charset="0"/>
                  <a:ea typeface="Verdana" panose="020B0604030504040204" pitchFamily="34" charset="0"/>
                </a:rPr>
                <a:t>Faculty Mentor Name: Dr. Prasad </a:t>
              </a:r>
              <a:r>
                <a:rPr lang="en-US" sz="1600" dirty="0" err="1">
                  <a:latin typeface="Verdana" panose="020B0604030504040204" pitchFamily="34" charset="0"/>
                  <a:ea typeface="Verdana" panose="020B0604030504040204" pitchFamily="34" charset="0"/>
                </a:rPr>
                <a:t>Andhare</a:t>
              </a:r>
              <a:endParaRPr lang="en-US" sz="1600" dirty="0">
                <a:latin typeface="Verdana" panose="020B0604030504040204" pitchFamily="34" charset="0"/>
                <a:ea typeface="Verdana" panose="020B0604030504040204" pitchFamily="34" charset="0"/>
              </a:endParaRPr>
            </a:p>
          </p:txBody>
        </p:sp>
      </p:grpSp>
      <p:sp>
        <p:nvSpPr>
          <p:cNvPr id="24" name="TextBox 23">
            <a:extLst>
              <a:ext uri="{FF2B5EF4-FFF2-40B4-BE49-F238E27FC236}">
                <a16:creationId xmlns:a16="http://schemas.microsoft.com/office/drawing/2014/main" id="{506FB617-A5E9-F51C-410F-70C063DC0BB1}"/>
              </a:ext>
            </a:extLst>
          </p:cNvPr>
          <p:cNvSpPr txBox="1"/>
          <p:nvPr/>
        </p:nvSpPr>
        <p:spPr>
          <a:xfrm>
            <a:off x="5770717" y="4488861"/>
            <a:ext cx="4841341" cy="1519903"/>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Team No.: SOS_03</a:t>
            </a:r>
          </a:p>
          <a:p>
            <a:pPr>
              <a:lnSpc>
                <a:spcPct val="150000"/>
              </a:lnSpc>
            </a:pPr>
            <a:r>
              <a:rPr lang="en-US" sz="1600" dirty="0">
                <a:latin typeface="Verdana" panose="020B0604030504040204" pitchFamily="34" charset="0"/>
                <a:ea typeface="Verdana" panose="020B0604030504040204" pitchFamily="34" charset="0"/>
              </a:rPr>
              <a:t>Semester: 2nd</a:t>
            </a:r>
          </a:p>
          <a:p>
            <a:pPr>
              <a:lnSpc>
                <a:spcPct val="150000"/>
              </a:lnSpc>
            </a:pPr>
            <a:r>
              <a:rPr lang="en-US" sz="1600" dirty="0">
                <a:latin typeface="Verdana" panose="020B0604030504040204" pitchFamily="34" charset="0"/>
                <a:ea typeface="Verdana" panose="020B0604030504040204" pitchFamily="34" charset="0"/>
              </a:rPr>
              <a:t>Program: BSc. Biotechnology</a:t>
            </a:r>
          </a:p>
          <a:p>
            <a:pPr>
              <a:lnSpc>
                <a:spcPct val="150000"/>
              </a:lnSpc>
            </a:pPr>
            <a:r>
              <a:rPr lang="en-US" sz="1600" dirty="0">
                <a:latin typeface="Verdana" panose="020B0604030504040204" pitchFamily="34" charset="0"/>
                <a:ea typeface="Verdana" panose="020B0604030504040204" pitchFamily="34" charset="0"/>
              </a:rPr>
              <a:t>School: School of Science</a:t>
            </a:r>
          </a:p>
        </p:txBody>
      </p:sp>
      <p:pic>
        <p:nvPicPr>
          <p:cNvPr id="19" name="Picture 18">
            <a:extLst>
              <a:ext uri="{FF2B5EF4-FFF2-40B4-BE49-F238E27FC236}">
                <a16:creationId xmlns:a16="http://schemas.microsoft.com/office/drawing/2014/main" id="{E0A85E85-B4D9-422F-85F5-B4A7E9BC6953}"/>
              </a:ext>
            </a:extLst>
          </p:cNvPr>
          <p:cNvPicPr>
            <a:picLocks noChangeAspect="1"/>
          </p:cNvPicPr>
          <p:nvPr/>
        </p:nvPicPr>
        <p:blipFill rotWithShape="1">
          <a:blip r:embed="rId4">
            <a:extLst>
              <a:ext uri="{28A0092B-C50C-407E-A947-70E740481C1C}">
                <a14:useLocalDpi xmlns:a14="http://schemas.microsoft.com/office/drawing/2010/main" val="0"/>
              </a:ext>
            </a:extLst>
          </a:blip>
          <a:srcRect l="20963" t="22236" r="18373" b="17549"/>
          <a:stretch/>
        </p:blipFill>
        <p:spPr>
          <a:xfrm>
            <a:off x="8565629" y="1991309"/>
            <a:ext cx="2839541" cy="2752150"/>
          </a:xfrm>
          <a:prstGeom prst="rect">
            <a:avLst/>
          </a:prstGeom>
        </p:spPr>
      </p:pic>
      <p:sp>
        <p:nvSpPr>
          <p:cNvPr id="27" name="TextBox 26">
            <a:extLst>
              <a:ext uri="{FF2B5EF4-FFF2-40B4-BE49-F238E27FC236}">
                <a16:creationId xmlns:a16="http://schemas.microsoft.com/office/drawing/2014/main" id="{7DB80886-C785-40DF-BF9C-0F9E5A2EBBBB}"/>
              </a:ext>
            </a:extLst>
          </p:cNvPr>
          <p:cNvSpPr txBox="1"/>
          <p:nvPr/>
        </p:nvSpPr>
        <p:spPr>
          <a:xfrm>
            <a:off x="8310796" y="4354119"/>
            <a:ext cx="3776273" cy="373637"/>
          </a:xfrm>
          <a:prstGeom prst="rect">
            <a:avLst/>
          </a:prstGeom>
          <a:noFill/>
        </p:spPr>
        <p:txBody>
          <a:bodyPr wrap="square" rtlCol="0">
            <a:spAutoFit/>
          </a:bodyPr>
          <a:lstStyle/>
          <a:p>
            <a:pPr algn="just"/>
            <a:r>
              <a:rPr lang="en-IN" dirty="0">
                <a:solidFill>
                  <a:schemeClr val="accent6">
                    <a:lumMod val="75000"/>
                  </a:schemeClr>
                </a:solidFill>
                <a:latin typeface="Verdana" panose="020B0604030504040204" pitchFamily="34" charset="0"/>
                <a:ea typeface="Verdana" panose="020B0604030504040204" pitchFamily="34" charset="0"/>
              </a:rPr>
              <a:t>“Freshness in every Bloom”</a:t>
            </a:r>
          </a:p>
        </p:txBody>
      </p:sp>
    </p:spTree>
    <p:extLst>
      <p:ext uri="{BB962C8B-B14F-4D97-AF65-F5344CB8AC3E}">
        <p14:creationId xmlns:p14="http://schemas.microsoft.com/office/powerpoint/2010/main" val="4126585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29754" y="853206"/>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Student Team</a:t>
            </a:r>
            <a:endParaRPr lang="en-IN" sz="2400" b="1" dirty="0">
              <a:latin typeface="Verdana" panose="020B0604030504040204" pitchFamily="34" charset="0"/>
              <a:ea typeface="Verdana" panose="020B0604030504040204" pitchFamily="34" charset="0"/>
            </a:endParaRPr>
          </a:p>
        </p:txBody>
      </p:sp>
      <p:graphicFrame>
        <p:nvGraphicFramePr>
          <p:cNvPr id="21" name="Content Placeholder 3">
            <a:extLst>
              <a:ext uri="{FF2B5EF4-FFF2-40B4-BE49-F238E27FC236}">
                <a16:creationId xmlns:a16="http://schemas.microsoft.com/office/drawing/2014/main" id="{597B0D79-047B-48F0-94D3-4B097A9259A7}"/>
              </a:ext>
            </a:extLst>
          </p:cNvPr>
          <p:cNvGraphicFramePr>
            <a:graphicFrameLocks/>
          </p:cNvGraphicFramePr>
          <p:nvPr>
            <p:extLst>
              <p:ext uri="{D42A27DB-BD31-4B8C-83A1-F6EECF244321}">
                <p14:modId xmlns:p14="http://schemas.microsoft.com/office/powerpoint/2010/main" val="2816006271"/>
              </p:ext>
            </p:extLst>
          </p:nvPr>
        </p:nvGraphicFramePr>
        <p:xfrm>
          <a:off x="1029754" y="2057718"/>
          <a:ext cx="10132491" cy="3154680"/>
        </p:xfrm>
        <a:graphic>
          <a:graphicData uri="http://schemas.openxmlformats.org/drawingml/2006/table">
            <a:tbl>
              <a:tblPr firstRow="1" bandRow="1">
                <a:tableStyleId>{5C22544A-7EE6-4342-B048-85BDC9FD1C3A}</a:tableStyleId>
              </a:tblPr>
              <a:tblGrid>
                <a:gridCol w="4172631">
                  <a:extLst>
                    <a:ext uri="{9D8B030D-6E8A-4147-A177-3AD203B41FA5}">
                      <a16:colId xmlns:a16="http://schemas.microsoft.com/office/drawing/2014/main" val="20000"/>
                    </a:ext>
                  </a:extLst>
                </a:gridCol>
                <a:gridCol w="2328026">
                  <a:extLst>
                    <a:ext uri="{9D8B030D-6E8A-4147-A177-3AD203B41FA5}">
                      <a16:colId xmlns:a16="http://schemas.microsoft.com/office/drawing/2014/main" val="20001"/>
                    </a:ext>
                  </a:extLst>
                </a:gridCol>
                <a:gridCol w="3631834">
                  <a:extLst>
                    <a:ext uri="{9D8B030D-6E8A-4147-A177-3AD203B41FA5}">
                      <a16:colId xmlns:a16="http://schemas.microsoft.com/office/drawing/2014/main" val="20002"/>
                    </a:ext>
                  </a:extLst>
                </a:gridCol>
              </a:tblGrid>
              <a:tr h="362164">
                <a:tc>
                  <a:txBody>
                    <a:bodyPr/>
                    <a:lstStyle/>
                    <a:p>
                      <a:pPr algn="just"/>
                      <a:r>
                        <a:rPr lang="en-US" sz="1800" b="1" dirty="0">
                          <a:solidFill>
                            <a:schemeClr val="bg1"/>
                          </a:solidFill>
                          <a:effectLst/>
                          <a:latin typeface="Verdana" pitchFamily="34" charset="0"/>
                          <a:ea typeface="Verdana" pitchFamily="34" charset="0"/>
                          <a:cs typeface="+mn-lt"/>
                        </a:rPr>
                        <a:t>Name</a:t>
                      </a:r>
                    </a:p>
                  </a:txBody>
                  <a:tcPr/>
                </a:tc>
                <a:tc>
                  <a:txBody>
                    <a:bodyPr/>
                    <a:lstStyle/>
                    <a:p>
                      <a:pPr algn="just"/>
                      <a:r>
                        <a:rPr lang="en-US" sz="1800" b="1" dirty="0">
                          <a:solidFill>
                            <a:schemeClr val="bg1"/>
                          </a:solidFill>
                          <a:effectLst/>
                          <a:latin typeface="Verdana" pitchFamily="34" charset="0"/>
                          <a:ea typeface="Verdana" pitchFamily="34" charset="0"/>
                          <a:cs typeface="+mn-lt"/>
                        </a:rPr>
                        <a:t>Enrollment No.</a:t>
                      </a:r>
                    </a:p>
                  </a:txBody>
                  <a:tcPr/>
                </a:tc>
                <a:tc>
                  <a:txBody>
                    <a:bodyPr/>
                    <a:lstStyle/>
                    <a:p>
                      <a:pPr algn="just"/>
                      <a:r>
                        <a:rPr lang="en-US" sz="1800" b="1" dirty="0">
                          <a:solidFill>
                            <a:schemeClr val="bg1"/>
                          </a:solidFill>
                          <a:effectLst/>
                          <a:latin typeface="Verdana" pitchFamily="34" charset="0"/>
                          <a:ea typeface="Verdana" pitchFamily="34" charset="0"/>
                          <a:cs typeface="+mn-lt"/>
                        </a:rPr>
                        <a:t>Key Responsibility</a:t>
                      </a:r>
                    </a:p>
                  </a:txBody>
                  <a:tcPr/>
                </a:tc>
                <a:extLst>
                  <a:ext uri="{0D108BD9-81ED-4DB2-BD59-A6C34878D82A}">
                    <a16:rowId xmlns:a16="http://schemas.microsoft.com/office/drawing/2014/main" val="10000"/>
                  </a:ext>
                </a:extLst>
              </a:tr>
              <a:tr h="370840">
                <a:tc>
                  <a:txBody>
                    <a:bodyPr/>
                    <a:lstStyle/>
                    <a:p>
                      <a:pPr algn="just"/>
                      <a:r>
                        <a:rPr lang="en-US" sz="1800" dirty="0">
                          <a:latin typeface="Verdana" pitchFamily="34" charset="0"/>
                          <a:ea typeface="Verdana" pitchFamily="34" charset="0"/>
                        </a:rPr>
                        <a:t>DADHICH MITWA BRAHMANAND</a:t>
                      </a:r>
                    </a:p>
                  </a:txBody>
                  <a:tcPr/>
                </a:tc>
                <a:tc>
                  <a:txBody>
                    <a:bodyPr/>
                    <a:lstStyle/>
                    <a:p>
                      <a:pPr algn="just"/>
                      <a:r>
                        <a:rPr lang="en-US" sz="1800" dirty="0">
                          <a:latin typeface="Verdana" pitchFamily="34" charset="0"/>
                          <a:ea typeface="Verdana" pitchFamily="34" charset="0"/>
                        </a:rPr>
                        <a:t>25SC02013</a:t>
                      </a:r>
                    </a:p>
                  </a:txBody>
                  <a:tcPr/>
                </a:tc>
                <a:tc>
                  <a:txBody>
                    <a:bodyPr/>
                    <a:lstStyle/>
                    <a:p>
                      <a:pPr algn="just"/>
                      <a:r>
                        <a:rPr lang="en-US" sz="1800" dirty="0">
                          <a:latin typeface="Verdana" pitchFamily="34" charset="0"/>
                          <a:ea typeface="Verdana" pitchFamily="34" charset="0"/>
                        </a:rPr>
                        <a:t>Idea and collecting raw materials</a:t>
                      </a:r>
                    </a:p>
                  </a:txBody>
                  <a:tcPr/>
                </a:tc>
                <a:extLst>
                  <a:ext uri="{0D108BD9-81ED-4DB2-BD59-A6C34878D82A}">
                    <a16:rowId xmlns:a16="http://schemas.microsoft.com/office/drawing/2014/main" val="10001"/>
                  </a:ext>
                </a:extLst>
              </a:tr>
              <a:tr h="370840">
                <a:tc>
                  <a:txBody>
                    <a:bodyPr/>
                    <a:lstStyle/>
                    <a:p>
                      <a:pPr algn="just"/>
                      <a:r>
                        <a:rPr lang="en-US" sz="1800" dirty="0">
                          <a:latin typeface="Verdana" pitchFamily="34" charset="0"/>
                          <a:ea typeface="Verdana" pitchFamily="34" charset="0"/>
                        </a:rPr>
                        <a:t>DHARSANDIA RENA HEMAL</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Verdana" pitchFamily="34" charset="0"/>
                          <a:ea typeface="Verdana" pitchFamily="34" charset="0"/>
                        </a:rPr>
                        <a:t>25SC02014</a:t>
                      </a:r>
                    </a:p>
                  </a:txBody>
                  <a:tcPr/>
                </a:tc>
                <a:tc>
                  <a:txBody>
                    <a:bodyPr/>
                    <a:lstStyle/>
                    <a:p>
                      <a:pPr algn="just"/>
                      <a:r>
                        <a:rPr lang="en-US" sz="1800" dirty="0">
                          <a:latin typeface="Verdana" pitchFamily="34" charset="0"/>
                          <a:ea typeface="Verdana" pitchFamily="34" charset="0"/>
                        </a:rPr>
                        <a:t>Presenter</a:t>
                      </a:r>
                    </a:p>
                  </a:txBody>
                  <a:tcPr/>
                </a:tc>
                <a:extLst>
                  <a:ext uri="{0D108BD9-81ED-4DB2-BD59-A6C34878D82A}">
                    <a16:rowId xmlns:a16="http://schemas.microsoft.com/office/drawing/2014/main" val="10002"/>
                  </a:ext>
                </a:extLst>
              </a:tr>
              <a:tr h="370840">
                <a:tc>
                  <a:txBody>
                    <a:bodyPr/>
                    <a:lstStyle/>
                    <a:p>
                      <a:pPr algn="just"/>
                      <a:r>
                        <a:rPr lang="en-US" sz="1800" dirty="0">
                          <a:latin typeface="Verdana" pitchFamily="34" charset="0"/>
                          <a:ea typeface="Verdana" pitchFamily="34" charset="0"/>
                        </a:rPr>
                        <a:t>DHRUVI ASHWIN SATROLA</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Verdana" pitchFamily="34" charset="0"/>
                          <a:ea typeface="Verdana" pitchFamily="34" charset="0"/>
                        </a:rPr>
                        <a:t>25SC02015</a:t>
                      </a:r>
                    </a:p>
                  </a:txBody>
                  <a:tcPr/>
                </a:tc>
                <a:tc>
                  <a:txBody>
                    <a:bodyPr/>
                    <a:lstStyle/>
                    <a:p>
                      <a:pPr algn="just"/>
                      <a:r>
                        <a:rPr lang="en-US" sz="1800" dirty="0">
                          <a:latin typeface="Verdana" pitchFamily="34" charset="0"/>
                          <a:ea typeface="Verdana" pitchFamily="34" charset="0"/>
                        </a:rPr>
                        <a:t>Lab work </a:t>
                      </a:r>
                    </a:p>
                  </a:txBody>
                  <a:tcPr/>
                </a:tc>
                <a:extLst>
                  <a:ext uri="{0D108BD9-81ED-4DB2-BD59-A6C34878D82A}">
                    <a16:rowId xmlns:a16="http://schemas.microsoft.com/office/drawing/2014/main" val="10003"/>
                  </a:ext>
                </a:extLst>
              </a:tr>
              <a:tr h="370840">
                <a:tc>
                  <a:txBody>
                    <a:bodyPr/>
                    <a:lstStyle/>
                    <a:p>
                      <a:pPr algn="just"/>
                      <a:r>
                        <a:rPr lang="en-US" sz="1800" dirty="0">
                          <a:latin typeface="Verdana" pitchFamily="34" charset="0"/>
                          <a:ea typeface="Verdana" pitchFamily="34" charset="0"/>
                        </a:rPr>
                        <a:t>FORAM KAUSHIKKUMAR PARMAR</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Verdana" pitchFamily="34" charset="0"/>
                          <a:ea typeface="Verdana" pitchFamily="34" charset="0"/>
                        </a:rPr>
                        <a:t>25SC02016</a:t>
                      </a:r>
                    </a:p>
                  </a:txBody>
                  <a:tcPr/>
                </a:tc>
                <a:tc>
                  <a:txBody>
                    <a:bodyPr/>
                    <a:lstStyle/>
                    <a:p>
                      <a:pPr algn="just"/>
                      <a:r>
                        <a:rPr lang="en-US" sz="1800" dirty="0">
                          <a:latin typeface="Verdana" pitchFamily="34" charset="0"/>
                          <a:ea typeface="Verdana" pitchFamily="34" charset="0"/>
                        </a:rPr>
                        <a:t>Documentation</a:t>
                      </a:r>
                    </a:p>
                  </a:txBody>
                  <a:tcPr/>
                </a:tc>
                <a:extLst>
                  <a:ext uri="{0D108BD9-81ED-4DB2-BD59-A6C34878D82A}">
                    <a16:rowId xmlns:a16="http://schemas.microsoft.com/office/drawing/2014/main" val="10004"/>
                  </a:ext>
                </a:extLst>
              </a:tr>
              <a:tr h="370840">
                <a:tc>
                  <a:txBody>
                    <a:bodyPr/>
                    <a:lstStyle/>
                    <a:p>
                      <a:pPr algn="just"/>
                      <a:r>
                        <a:rPr lang="en-US" sz="1800" dirty="0">
                          <a:latin typeface="Verdana" pitchFamily="34" charset="0"/>
                          <a:ea typeface="Verdana" pitchFamily="34" charset="0"/>
                        </a:rPr>
                        <a:t>GARGI SAHRAM</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Verdana" pitchFamily="34" charset="0"/>
                          <a:ea typeface="Verdana" pitchFamily="34" charset="0"/>
                        </a:rPr>
                        <a:t>25SC02017</a:t>
                      </a:r>
                    </a:p>
                  </a:txBody>
                  <a:tcPr/>
                </a:tc>
                <a:tc>
                  <a:txBody>
                    <a:bodyPr/>
                    <a:lstStyle/>
                    <a:p>
                      <a:pPr algn="just"/>
                      <a:r>
                        <a:rPr lang="en-US" sz="1800" dirty="0">
                          <a:latin typeface="Verdana" pitchFamily="34" charset="0"/>
                          <a:ea typeface="Verdana" pitchFamily="34" charset="0"/>
                        </a:rPr>
                        <a:t>Idea and collecting raw materials</a:t>
                      </a:r>
                    </a:p>
                  </a:txBody>
                  <a:tcPr/>
                </a:tc>
                <a:extLst>
                  <a:ext uri="{0D108BD9-81ED-4DB2-BD59-A6C34878D82A}">
                    <a16:rowId xmlns:a16="http://schemas.microsoft.com/office/drawing/2014/main" val="10005"/>
                  </a:ext>
                </a:extLst>
              </a:tr>
              <a:tr h="396240">
                <a:tc>
                  <a:txBody>
                    <a:bodyPr/>
                    <a:lstStyle/>
                    <a:p>
                      <a:pPr algn="just"/>
                      <a:r>
                        <a:rPr lang="en-US" sz="1800" dirty="0">
                          <a:latin typeface="Verdana" pitchFamily="34" charset="0"/>
                          <a:ea typeface="Verdana" pitchFamily="34" charset="0"/>
                        </a:rPr>
                        <a:t>GOHEL KARAN JITENDRA</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Verdana" pitchFamily="34" charset="0"/>
                          <a:ea typeface="Verdana" pitchFamily="34" charset="0"/>
                        </a:rPr>
                        <a:t>25SC02018</a:t>
                      </a:r>
                    </a:p>
                  </a:txBody>
                  <a:tcPr/>
                </a:tc>
                <a:tc>
                  <a:txBody>
                    <a:bodyPr/>
                    <a:lstStyle/>
                    <a:p>
                      <a:pPr algn="just"/>
                      <a:r>
                        <a:rPr lang="en-US" sz="1800" dirty="0">
                          <a:latin typeface="Verdana" pitchFamily="34" charset="0"/>
                          <a:ea typeface="Verdana" pitchFamily="34" charset="0"/>
                        </a:rPr>
                        <a:t>Lab work</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4187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3</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21" name="TextBox 20">
            <a:extLst>
              <a:ext uri="{FF2B5EF4-FFF2-40B4-BE49-F238E27FC236}">
                <a16:creationId xmlns:a16="http://schemas.microsoft.com/office/drawing/2014/main" id="{BE335F3C-F428-ED87-64FD-52E602C87D5A}"/>
              </a:ext>
            </a:extLst>
          </p:cNvPr>
          <p:cNvSpPr txBox="1"/>
          <p:nvPr/>
        </p:nvSpPr>
        <p:spPr>
          <a:xfrm>
            <a:off x="1039586" y="833630"/>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Faculty Mentor</a:t>
            </a:r>
            <a:endParaRPr lang="en-IN" sz="2400" b="1" dirty="0">
              <a:latin typeface="Verdana" panose="020B0604030504040204" pitchFamily="34" charset="0"/>
              <a:ea typeface="Verdana" panose="020B0604030504040204" pitchFamily="34" charset="0"/>
            </a:endParaRPr>
          </a:p>
        </p:txBody>
      </p:sp>
      <p:graphicFrame>
        <p:nvGraphicFramePr>
          <p:cNvPr id="18" name="Content Placeholder 3">
            <a:extLst>
              <a:ext uri="{FF2B5EF4-FFF2-40B4-BE49-F238E27FC236}">
                <a16:creationId xmlns:a16="http://schemas.microsoft.com/office/drawing/2014/main" id="{E4715AC0-C813-469D-BDD5-C593854BC85D}"/>
              </a:ext>
            </a:extLst>
          </p:cNvPr>
          <p:cNvGraphicFramePr>
            <a:graphicFrameLocks/>
          </p:cNvGraphicFramePr>
          <p:nvPr>
            <p:extLst>
              <p:ext uri="{D42A27DB-BD31-4B8C-83A1-F6EECF244321}">
                <p14:modId xmlns:p14="http://schemas.microsoft.com/office/powerpoint/2010/main" val="2895066181"/>
              </p:ext>
            </p:extLst>
          </p:nvPr>
        </p:nvGraphicFramePr>
        <p:xfrm>
          <a:off x="1039586" y="2016399"/>
          <a:ext cx="10112828" cy="1280160"/>
        </p:xfrm>
        <a:graphic>
          <a:graphicData uri="http://schemas.openxmlformats.org/drawingml/2006/table">
            <a:tbl>
              <a:tblPr firstRow="1" bandRow="1">
                <a:tableStyleId>{5C22544A-7EE6-4342-B048-85BDC9FD1C3A}</a:tableStyleId>
              </a:tblPr>
              <a:tblGrid>
                <a:gridCol w="3941600">
                  <a:extLst>
                    <a:ext uri="{9D8B030D-6E8A-4147-A177-3AD203B41FA5}">
                      <a16:colId xmlns:a16="http://schemas.microsoft.com/office/drawing/2014/main" val="20000"/>
                    </a:ext>
                  </a:extLst>
                </a:gridCol>
                <a:gridCol w="2595685">
                  <a:extLst>
                    <a:ext uri="{9D8B030D-6E8A-4147-A177-3AD203B41FA5}">
                      <a16:colId xmlns:a16="http://schemas.microsoft.com/office/drawing/2014/main" val="20001"/>
                    </a:ext>
                  </a:extLst>
                </a:gridCol>
                <a:gridCol w="3575543">
                  <a:extLst>
                    <a:ext uri="{9D8B030D-6E8A-4147-A177-3AD203B41FA5}">
                      <a16:colId xmlns:a16="http://schemas.microsoft.com/office/drawing/2014/main" val="20002"/>
                    </a:ext>
                  </a:extLst>
                </a:gridCol>
              </a:tblGrid>
              <a:tr h="0">
                <a:tc>
                  <a:txBody>
                    <a:bodyPr/>
                    <a:lstStyle/>
                    <a:p>
                      <a:r>
                        <a:rPr lang="en-US" sz="1800" b="1" dirty="0">
                          <a:solidFill>
                            <a:schemeClr val="bg1"/>
                          </a:solidFill>
                          <a:effectLst/>
                          <a:latin typeface="Verdana" pitchFamily="34" charset="0"/>
                          <a:ea typeface="Verdana" pitchFamily="34" charset="0"/>
                          <a:cs typeface="+mn-lt"/>
                        </a:rPr>
                        <a:t>Name</a:t>
                      </a:r>
                    </a:p>
                  </a:txBody>
                  <a:tcPr/>
                </a:tc>
                <a:tc>
                  <a:txBody>
                    <a:bodyPr/>
                    <a:lstStyle/>
                    <a:p>
                      <a:r>
                        <a:rPr lang="en-US" sz="1800" b="1" dirty="0">
                          <a:solidFill>
                            <a:schemeClr val="bg1"/>
                          </a:solidFill>
                          <a:effectLst/>
                          <a:latin typeface="Verdana" pitchFamily="34" charset="0"/>
                          <a:ea typeface="Verdana" pitchFamily="34" charset="0"/>
                          <a:cs typeface="+mn-lt"/>
                        </a:rPr>
                        <a:t>Designation</a:t>
                      </a:r>
                    </a:p>
                  </a:txBody>
                  <a:tcPr/>
                </a:tc>
                <a:tc>
                  <a:txBody>
                    <a:bodyPr/>
                    <a:lstStyle/>
                    <a:p>
                      <a:r>
                        <a:rPr lang="en-US" sz="1800" b="1" dirty="0">
                          <a:solidFill>
                            <a:schemeClr val="bg1"/>
                          </a:solidFill>
                          <a:effectLst/>
                          <a:latin typeface="Verdana" pitchFamily="34" charset="0"/>
                          <a:ea typeface="Verdana" pitchFamily="34" charset="0"/>
                          <a:cs typeface="+mn-lt"/>
                        </a:rPr>
                        <a:t>Department,</a:t>
                      </a:r>
                      <a:r>
                        <a:rPr lang="en-US" sz="1800" b="1" baseline="0" dirty="0">
                          <a:solidFill>
                            <a:schemeClr val="bg1"/>
                          </a:solidFill>
                          <a:effectLst/>
                          <a:latin typeface="Verdana" pitchFamily="34" charset="0"/>
                          <a:ea typeface="Verdana" pitchFamily="34" charset="0"/>
                          <a:cs typeface="+mn-lt"/>
                        </a:rPr>
                        <a:t> School</a:t>
                      </a:r>
                      <a:endParaRPr lang="en-US" sz="1800" b="1" dirty="0">
                        <a:solidFill>
                          <a:schemeClr val="bg1"/>
                        </a:solidFill>
                        <a:effectLst/>
                        <a:latin typeface="Verdana" pitchFamily="34" charset="0"/>
                        <a:ea typeface="Verdana" pitchFamily="34" charset="0"/>
                        <a:cs typeface="+mn-lt"/>
                      </a:endParaRPr>
                    </a:p>
                  </a:txBody>
                  <a:tcPr/>
                </a:tc>
                <a:extLst>
                  <a:ext uri="{0D108BD9-81ED-4DB2-BD59-A6C34878D82A}">
                    <a16:rowId xmlns:a16="http://schemas.microsoft.com/office/drawing/2014/main" val="10000"/>
                  </a:ext>
                </a:extLst>
              </a:tr>
              <a:tr h="222037">
                <a:tc>
                  <a:txBody>
                    <a:bodyPr/>
                    <a:lstStyle/>
                    <a:p>
                      <a:r>
                        <a:rPr lang="en-US" sz="1800" dirty="0">
                          <a:latin typeface="Verdana" pitchFamily="34" charset="0"/>
                          <a:ea typeface="Verdana" pitchFamily="34" charset="0"/>
                        </a:rPr>
                        <a:t>Dr. PRASAD ANDHARE</a:t>
                      </a:r>
                    </a:p>
                  </a:txBody>
                  <a:tcPr/>
                </a:tc>
                <a:tc>
                  <a:txBody>
                    <a:bodyPr/>
                    <a:lstStyle/>
                    <a:p>
                      <a:r>
                        <a:rPr lang="en-US" sz="1800" dirty="0">
                          <a:latin typeface="Verdana" pitchFamily="34" charset="0"/>
                          <a:ea typeface="Verdana" pitchFamily="34" charset="0"/>
                        </a:rPr>
                        <a:t>Assistant Professor</a:t>
                      </a:r>
                    </a:p>
                  </a:txBody>
                  <a:tcPr/>
                </a:tc>
                <a:tc>
                  <a:txBody>
                    <a:bodyPr/>
                    <a:lstStyle/>
                    <a:p>
                      <a:r>
                        <a:rPr lang="en-US" sz="1800" dirty="0">
                          <a:latin typeface="Verdana" pitchFamily="34" charset="0"/>
                          <a:ea typeface="Verdana" pitchFamily="34" charset="0"/>
                        </a:rPr>
                        <a:t>Department of Life Sciences, School of Science, GSFC University</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610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4</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00672" y="892843"/>
            <a:ext cx="6247977"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Introduction of Tinkering Project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1078632" y="1923874"/>
            <a:ext cx="10183871" cy="2997231"/>
          </a:xfrm>
          <a:prstGeom prst="rect">
            <a:avLst/>
          </a:prstGeom>
          <a:noFill/>
        </p:spPr>
        <p:txBody>
          <a:bodyPr wrap="square" rtlCol="0">
            <a:spAutoFit/>
          </a:bodyPr>
          <a:lstStyle/>
          <a:p>
            <a:pPr>
              <a:lnSpc>
                <a:spcPct val="150000"/>
              </a:lnSpc>
            </a:pPr>
            <a:r>
              <a:rPr lang="en-GB" sz="1600" b="1" dirty="0">
                <a:latin typeface="Verdana" pitchFamily="34" charset="0"/>
                <a:ea typeface="Verdana" pitchFamily="34" charset="0"/>
                <a:cs typeface="Calibri"/>
                <a:sym typeface="Calibri"/>
              </a:rPr>
              <a:t>Title of Tinkering Project:</a:t>
            </a:r>
            <a:r>
              <a:rPr lang="hi-IN" sz="1600" b="1" dirty="0">
                <a:latin typeface="Verdana" pitchFamily="34" charset="0"/>
                <a:ea typeface="Verdana" pitchFamily="34" charset="0"/>
                <a:cs typeface="Calibri"/>
                <a:sym typeface="Calibri"/>
              </a:rPr>
              <a:t> </a:t>
            </a:r>
            <a:r>
              <a:rPr lang="hi-IN" sz="1600" dirty="0">
                <a:latin typeface="Verdana" pitchFamily="34" charset="0"/>
                <a:ea typeface="Verdana" pitchFamily="34" charset="0"/>
                <a:cs typeface="Calibri"/>
                <a:sym typeface="Calibri"/>
              </a:rPr>
              <a:t>Soap making by Saponification </a:t>
            </a:r>
            <a:endParaRPr lang="en-GB" sz="1600" dirty="0">
              <a:latin typeface="Verdana" pitchFamily="34" charset="0"/>
              <a:ea typeface="Verdana" pitchFamily="34" charset="0"/>
              <a:cs typeface="Calibri"/>
              <a:sym typeface="Calibri"/>
            </a:endParaRPr>
          </a:p>
          <a:p>
            <a:pPr>
              <a:lnSpc>
                <a:spcPct val="150000"/>
              </a:lnSpc>
            </a:pPr>
            <a:r>
              <a:rPr lang="en-GB" sz="1600" b="1" dirty="0">
                <a:latin typeface="Verdana" pitchFamily="34" charset="0"/>
                <a:ea typeface="Verdana" pitchFamily="34" charset="0"/>
                <a:cs typeface="Calibri"/>
                <a:sym typeface="Calibri"/>
              </a:rPr>
              <a:t>Sector:</a:t>
            </a:r>
            <a:r>
              <a:rPr lang="hi-IN" sz="1600" b="1" dirty="0">
                <a:latin typeface="Verdana" pitchFamily="34" charset="0"/>
                <a:ea typeface="Verdana" pitchFamily="34" charset="0"/>
                <a:cs typeface="Calibri"/>
                <a:sym typeface="Calibri"/>
              </a:rPr>
              <a:t> </a:t>
            </a:r>
            <a:r>
              <a:rPr lang="hi-IN" sz="1600" dirty="0">
                <a:latin typeface="Verdana" pitchFamily="34" charset="0"/>
                <a:ea typeface="Verdana" pitchFamily="34" charset="0"/>
                <a:cs typeface="Calibri"/>
                <a:sym typeface="Calibri"/>
              </a:rPr>
              <a:t>Cosmetics / Herbal Personal Care</a:t>
            </a:r>
            <a:endParaRPr lang="en-GB" sz="1600" dirty="0">
              <a:latin typeface="Verdana" pitchFamily="34" charset="0"/>
              <a:ea typeface="Verdana" pitchFamily="34" charset="0"/>
              <a:cs typeface="Calibri"/>
              <a:sym typeface="Calibri"/>
            </a:endParaRPr>
          </a:p>
          <a:p>
            <a:pPr>
              <a:lnSpc>
                <a:spcPct val="150000"/>
              </a:lnSpc>
            </a:pPr>
            <a:r>
              <a:rPr lang="en-GB" sz="1600" b="1" dirty="0">
                <a:latin typeface="Verdana" pitchFamily="34" charset="0"/>
                <a:ea typeface="Verdana" pitchFamily="34" charset="0"/>
                <a:cs typeface="Calibri"/>
                <a:sym typeface="Calibri"/>
              </a:rPr>
              <a:t>Brief:</a:t>
            </a:r>
            <a:r>
              <a:rPr lang="hi-IN" sz="1600" b="1" dirty="0">
                <a:latin typeface="Verdana" pitchFamily="34" charset="0"/>
                <a:ea typeface="Verdana" pitchFamily="34" charset="0"/>
                <a:cs typeface="Calibri"/>
                <a:sym typeface="Calibri"/>
              </a:rPr>
              <a:t> </a:t>
            </a:r>
          </a:p>
          <a:p>
            <a:pPr marL="285750" indent="-285750">
              <a:lnSpc>
                <a:spcPct val="150000"/>
              </a:lnSpc>
              <a:buFont typeface="Arial" panose="020B0604020202020204" pitchFamily="34" charset="0"/>
              <a:buChar char="•"/>
            </a:pPr>
            <a:r>
              <a:rPr lang="hi-IN" sz="1600" dirty="0">
                <a:latin typeface="Verdana" pitchFamily="34" charset="0"/>
                <a:ea typeface="Verdana" pitchFamily="34" charset="0"/>
                <a:cs typeface="Calibri"/>
                <a:sym typeface="Calibri"/>
              </a:rPr>
              <a:t>Development of eco-friendly herbal soap using natural and sustainable ingredients.
Focus on plant-based extracts like aloe vera and citrus components.
Application of saponification process for product formulation.
Aim to create safe, skin-friendly, and cost-effective alternatives to chemical soaps.
Integrates biotechnology concepts with practical product development and innovation.</a:t>
            </a:r>
            <a:endParaRPr lang="en-GB" sz="1600" dirty="0">
              <a:latin typeface="Verdana" pitchFamily="34" charset="0"/>
              <a:ea typeface="Verdana" pitchFamily="34" charset="0"/>
              <a:cs typeface="Calibri"/>
              <a:sym typeface="Calibri"/>
            </a:endParaRPr>
          </a:p>
        </p:txBody>
      </p:sp>
    </p:spTree>
    <p:extLst>
      <p:ext uri="{BB962C8B-B14F-4D97-AF65-F5344CB8AC3E}">
        <p14:creationId xmlns:p14="http://schemas.microsoft.com/office/powerpoint/2010/main" val="177475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5</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39888" y="849685"/>
            <a:ext cx="6587024"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Methodology and Tinkering Process</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1039888" y="1915206"/>
            <a:ext cx="10144655" cy="33665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Adopted a systematic lab-based approach using the saponification process</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Selected natural ingredients and followed controlled formulation steps</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Performed multiple experimental trials to refine the soap formulation</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Continuously modified concentration, temperature, and mixing techniques</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Observed results at each stage and improved based on trial outcomes</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Addressed issues like texture inconsistency and improper setting through iteration</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Maintained proper documentation for each experiment and modification</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Incorporated mentor feedback to improve accuracy, quality, and process flow</a:t>
            </a:r>
          </a:p>
          <a:p>
            <a:pPr marL="285750" indent="-285750">
              <a:lnSpc>
                <a:spcPct val="150000"/>
              </a:lnSpc>
              <a:buFont typeface="Arial" panose="020B0604020202020204" pitchFamily="34" charset="0"/>
              <a:buChar char="•"/>
            </a:pPr>
            <a:r>
              <a:rPr lang="en-US" sz="1600" dirty="0">
                <a:latin typeface="Verdana" panose="020B0604030504040204" pitchFamily="34" charset="0"/>
                <a:ea typeface="Verdana" panose="020B0604030504040204" pitchFamily="34" charset="0"/>
                <a:cs typeface="Calibri"/>
                <a:sym typeface="Calibri"/>
              </a:rPr>
              <a:t>Mentoring support helped in troubleshooting, quality control, and structured development</a:t>
            </a:r>
            <a:endParaRPr lang="en-GB" sz="1600" dirty="0">
              <a:latin typeface="Verdana" panose="020B0604030504040204" pitchFamily="34" charset="0"/>
              <a:ea typeface="Verdana" panose="020B0604030504040204" pitchFamily="34" charset="0"/>
              <a:cs typeface="Calibri"/>
              <a:sym typeface="Calibri"/>
            </a:endParaRPr>
          </a:p>
        </p:txBody>
      </p:sp>
    </p:spTree>
    <p:extLst>
      <p:ext uri="{BB962C8B-B14F-4D97-AF65-F5344CB8AC3E}">
        <p14:creationId xmlns:p14="http://schemas.microsoft.com/office/powerpoint/2010/main" val="410195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DHARSANDIA RENA HEMA</a:t>
            </a:r>
            <a:r>
              <a:rPr lang="hi-IN" dirty="0">
                <a:solidFill>
                  <a:schemeClr val="tx1"/>
                </a:solidFill>
              </a:rPr>
              <a:t>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6</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85626" y="815812"/>
            <a:ext cx="10994322" cy="461665"/>
          </a:xfrm>
          <a:prstGeom prst="rect">
            <a:avLst/>
          </a:prstGeom>
          <a:noFill/>
        </p:spPr>
        <p:txBody>
          <a:bodyPr wrap="square" rtlCol="0">
            <a:spAutoFit/>
          </a:bodyPr>
          <a:lstStyle/>
          <a:p>
            <a:r>
              <a:rPr lang="en-GB" sz="2400" b="1" dirty="0">
                <a:latin typeface="Verdana" panose="020B0604030504040204" pitchFamily="34" charset="0"/>
                <a:ea typeface="Verdana" panose="020B0604030504040204" pitchFamily="34" charset="0"/>
              </a:rPr>
              <a:t>Tools and Technology Used</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1085626" y="1943144"/>
            <a:ext cx="10098917" cy="297171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hi-IN" sz="1400" b="1" dirty="0">
                <a:latin typeface="Verdana" panose="020B0604030504040204" pitchFamily="34" charset="0"/>
                <a:ea typeface="Verdana" panose="020B0604030504040204" pitchFamily="34" charset="0"/>
              </a:rPr>
              <a:t>Laboratory Glassware (conical flask, measuring cylinder):</a:t>
            </a:r>
            <a:r>
              <a:rPr lang="hi-IN" sz="1400" dirty="0">
                <a:latin typeface="Verdana" panose="020B0604030504040204" pitchFamily="34" charset="0"/>
                <a:ea typeface="Verdana" panose="020B0604030504040204" pitchFamily="34" charset="0"/>
              </a:rPr>
              <a:t> Used for accurate measurement and mixing of ingredients, ensuring proper formulation.
</a:t>
            </a:r>
            <a:r>
              <a:rPr lang="hi-IN" sz="1400" b="1" dirty="0">
                <a:latin typeface="Verdana" panose="020B0604030504040204" pitchFamily="34" charset="0"/>
                <a:ea typeface="Verdana" panose="020B0604030504040204" pitchFamily="34" charset="0"/>
              </a:rPr>
              <a:t>Glass Rod:</a:t>
            </a:r>
            <a:r>
              <a:rPr lang="hi-IN" sz="1400" dirty="0">
                <a:latin typeface="Verdana" panose="020B0604030504040204" pitchFamily="34" charset="0"/>
                <a:ea typeface="Verdana" panose="020B0604030504040204" pitchFamily="34" charset="0"/>
              </a:rPr>
              <a:t> Enabled uniform stirring and proper blending of oil and KOH solution.
</a:t>
            </a:r>
            <a:r>
              <a:rPr lang="hi-IN" sz="1400" b="1" dirty="0">
                <a:latin typeface="Verdana" panose="020B0604030504040204" pitchFamily="34" charset="0"/>
                <a:ea typeface="Verdana" panose="020B0604030504040204" pitchFamily="34" charset="0"/>
              </a:rPr>
              <a:t>Chemical Reagents (oil, alcoholic KOH):</a:t>
            </a:r>
            <a:r>
              <a:rPr lang="hi-IN" sz="1400" dirty="0">
                <a:latin typeface="Verdana" panose="020B0604030504040204" pitchFamily="34" charset="0"/>
                <a:ea typeface="Verdana" panose="020B0604030504040204" pitchFamily="34" charset="0"/>
              </a:rPr>
              <a:t> Essential for saponification process to convert oil into soap.
</a:t>
            </a:r>
            <a:r>
              <a:rPr lang="hi-IN" sz="1400" b="1" dirty="0">
                <a:latin typeface="Verdana" panose="020B0604030504040204" pitchFamily="34" charset="0"/>
                <a:ea typeface="Verdana" panose="020B0604030504040204" pitchFamily="34" charset="0"/>
              </a:rPr>
              <a:t>Natural Additives (aloe vera gel, orange extract, colors):</a:t>
            </a:r>
            <a:r>
              <a:rPr lang="hi-IN" sz="1400" dirty="0">
                <a:latin typeface="Verdana" panose="020B0604030504040204" pitchFamily="34" charset="0"/>
                <a:ea typeface="Verdana" panose="020B0604030504040204" pitchFamily="34" charset="0"/>
              </a:rPr>
              <a:t> Provided herbal properties, fragrance, and aesthetic appeal.
</a:t>
            </a:r>
            <a:r>
              <a:rPr lang="hi-IN" sz="1400" b="1" dirty="0">
                <a:latin typeface="Verdana" panose="020B0604030504040204" pitchFamily="34" charset="0"/>
                <a:ea typeface="Verdana" panose="020B0604030504040204" pitchFamily="34" charset="0"/>
              </a:rPr>
              <a:t>Silicone Molds/Trays:</a:t>
            </a:r>
            <a:r>
              <a:rPr lang="hi-IN" sz="1400" dirty="0">
                <a:latin typeface="Verdana" panose="020B0604030504040204" pitchFamily="34" charset="0"/>
                <a:ea typeface="Verdana" panose="020B0604030504040204" pitchFamily="34" charset="0"/>
              </a:rPr>
              <a:t> Used for shaping soap and easy removal after solidification.
</a:t>
            </a:r>
            <a:r>
              <a:rPr lang="hi-IN" sz="1400" b="1" dirty="0">
                <a:latin typeface="Verdana" panose="020B0604030504040204" pitchFamily="34" charset="0"/>
                <a:ea typeface="Verdana" panose="020B0604030504040204" pitchFamily="34" charset="0"/>
              </a:rPr>
              <a:t>Controlled Heating &amp; Cooling Process:</a:t>
            </a:r>
            <a:r>
              <a:rPr lang="hi-IN" sz="1400" dirty="0">
                <a:latin typeface="Verdana" panose="020B0604030504040204" pitchFamily="34" charset="0"/>
                <a:ea typeface="Verdana" panose="020B0604030504040204" pitchFamily="34" charset="0"/>
              </a:rPr>
              <a:t> Helped maintain reaction conditions and proper curing of soap.
</a:t>
            </a:r>
            <a:r>
              <a:rPr lang="hi-IN" sz="1400" b="1" dirty="0">
                <a:latin typeface="Verdana" panose="020B0604030504040204" pitchFamily="34" charset="0"/>
                <a:ea typeface="Verdana" panose="020B0604030504040204" pitchFamily="34" charset="0"/>
              </a:rPr>
              <a:t>Basic Formulation Techniques:</a:t>
            </a:r>
            <a:r>
              <a:rPr lang="hi-IN" sz="1400" dirty="0">
                <a:latin typeface="Verdana" panose="020B0604030504040204" pitchFamily="34" charset="0"/>
                <a:ea typeface="Verdana" panose="020B0604030504040204" pitchFamily="34" charset="0"/>
              </a:rPr>
              <a:t> Ensured consistency, stability, and quality of the final product.</a:t>
            </a:r>
            <a:endParaRPr lang="en-US" sz="1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6906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7</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54248" y="850147"/>
            <a:ext cx="6874700"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Project Outcome &amp; Development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1054248" y="1549423"/>
            <a:ext cx="10130295" cy="4628575"/>
          </a:xfrm>
          <a:prstGeom prst="rect">
            <a:avLst/>
          </a:prstGeom>
          <a:noFill/>
        </p:spPr>
        <p:txBody>
          <a:bodyPr wrap="square" rtlCol="0">
            <a:spAutoFit/>
          </a:bodyPr>
          <a:lstStyle/>
          <a:p>
            <a:pPr>
              <a:lnSpc>
                <a:spcPct val="150000"/>
              </a:lnSpc>
            </a:pPr>
            <a:r>
              <a:rPr lang="hi-IN" sz="1100" b="1" dirty="0">
                <a:latin typeface="Verdana" panose="020B0604030504040204" pitchFamily="34" charset="0"/>
                <a:ea typeface="Verdana" panose="020B0604030504040204" pitchFamily="34" charset="0"/>
                <a:cs typeface="Calibri"/>
                <a:sym typeface="Calibri"/>
              </a:rPr>
              <a:t>Use Case:</a:t>
            </a:r>
            <a:r>
              <a:rPr lang="en-IN" sz="1100" b="1" dirty="0">
                <a:latin typeface="Verdana" panose="020B0604030504040204" pitchFamily="34" charset="0"/>
                <a:ea typeface="Verdana" panose="020B0604030504040204" pitchFamily="34" charset="0"/>
                <a:cs typeface="Calibri"/>
                <a:sym typeface="Calibri"/>
              </a:rPr>
              <a:t> </a:t>
            </a:r>
            <a:r>
              <a:rPr lang="hi-IN" sz="1100" dirty="0">
                <a:latin typeface="Verdana" panose="020B0604030504040204" pitchFamily="34" charset="0"/>
                <a:ea typeface="Verdana" panose="020B0604030504040204" pitchFamily="34" charset="0"/>
                <a:cs typeface="Calibri"/>
                <a:sym typeface="Calibri"/>
              </a:rPr>
              <a:t>Herbal soap for daily personal hygiene. Suitable for skin-friendly and eco-conscious users .Can be positioned as a low-cost, natural alternative to commercial soaps.</a:t>
            </a:r>
            <a:endParaRPr lang="en-IN" sz="1100" dirty="0">
              <a:latin typeface="Verdana" panose="020B0604030504040204" pitchFamily="34" charset="0"/>
              <a:ea typeface="Verdana" panose="020B0604030504040204" pitchFamily="34" charset="0"/>
              <a:cs typeface="Calibri"/>
              <a:sym typeface="Calibri"/>
            </a:endParaRPr>
          </a:p>
          <a:p>
            <a:pPr>
              <a:lnSpc>
                <a:spcPct val="150000"/>
              </a:lnSpc>
            </a:pPr>
            <a:endParaRPr lang="en-IN" sz="1100" dirty="0">
              <a:latin typeface="Verdana" panose="020B0604030504040204" pitchFamily="34" charset="0"/>
              <a:ea typeface="Verdana" panose="020B0604030504040204" pitchFamily="34" charset="0"/>
              <a:cs typeface="Calibri"/>
              <a:sym typeface="Calibri"/>
            </a:endParaRPr>
          </a:p>
          <a:p>
            <a:pPr>
              <a:lnSpc>
                <a:spcPct val="150000"/>
              </a:lnSpc>
            </a:pPr>
            <a:r>
              <a:rPr lang="hi-IN" sz="1100" b="1" dirty="0">
                <a:latin typeface="Verdana" panose="020B0604030504040204" pitchFamily="34" charset="0"/>
                <a:ea typeface="Verdana" panose="020B0604030504040204" pitchFamily="34" charset="0"/>
                <a:cs typeface="Calibri"/>
                <a:sym typeface="Calibri"/>
              </a:rPr>
              <a:t>Description of Developed Outcome:</a:t>
            </a:r>
            <a:endParaRPr lang="en-IN" sz="1100" b="1" dirty="0">
              <a:latin typeface="Verdana" panose="020B0604030504040204" pitchFamily="34" charset="0"/>
              <a:ea typeface="Verdana" panose="020B0604030504040204" pitchFamily="34" charset="0"/>
              <a:cs typeface="Calibri"/>
              <a:sym typeface="Calibri"/>
            </a:endParaRPr>
          </a:p>
          <a:p>
            <a:pPr marL="171450" indent="-171450">
              <a:lnSpc>
                <a:spcPct val="150000"/>
              </a:lnSpc>
              <a:buFont typeface="Arial" panose="020B0604020202020204" pitchFamily="34" charset="0"/>
              <a:buChar char="•"/>
            </a:pPr>
            <a:r>
              <a:rPr lang="hi-IN" sz="1100" dirty="0">
                <a:latin typeface="Verdana" panose="020B0604030504040204" pitchFamily="34" charset="0"/>
                <a:ea typeface="Verdana" panose="020B0604030504040204" pitchFamily="34" charset="0"/>
                <a:cs typeface="Calibri"/>
                <a:sym typeface="Calibri"/>
              </a:rPr>
              <a:t>Successfully developed herbal soap prototype (aloe vera &amp; orange variants)
Solid soap obtained after proper curing with acceptable texture and appearance
Product contains natural additives for improved skin benefits</a:t>
            </a:r>
            <a:endParaRPr lang="en-IN" sz="1100" dirty="0">
              <a:latin typeface="Verdana" panose="020B0604030504040204" pitchFamily="34" charset="0"/>
              <a:ea typeface="Verdana" panose="020B0604030504040204" pitchFamily="34" charset="0"/>
              <a:cs typeface="Calibri"/>
              <a:sym typeface="Calibri"/>
            </a:endParaRPr>
          </a:p>
          <a:p>
            <a:pPr>
              <a:lnSpc>
                <a:spcPct val="150000"/>
              </a:lnSpc>
            </a:pPr>
            <a:r>
              <a:rPr lang="hi-IN" sz="1100" b="1" dirty="0">
                <a:latin typeface="Verdana" panose="020B0604030504040204" pitchFamily="34" charset="0"/>
                <a:ea typeface="Verdana" panose="020B0604030504040204" pitchFamily="34" charset="0"/>
                <a:cs typeface="Calibri"/>
                <a:sym typeface="Calibri"/>
              </a:rPr>
              <a:t>Development Process</a:t>
            </a:r>
            <a:r>
              <a:rPr lang="en-IN" sz="1100" b="1" dirty="0">
                <a:latin typeface="Verdana" panose="020B0604030504040204" pitchFamily="34" charset="0"/>
                <a:ea typeface="Verdana" panose="020B0604030504040204" pitchFamily="34" charset="0"/>
                <a:cs typeface="Calibri"/>
                <a:sym typeface="Calibri"/>
              </a:rPr>
              <a:t>:</a:t>
            </a:r>
          </a:p>
          <a:p>
            <a:pPr marL="171450" indent="-171450">
              <a:lnSpc>
                <a:spcPct val="150000"/>
              </a:lnSpc>
              <a:buFont typeface="Arial" panose="020B0604020202020204" pitchFamily="34" charset="0"/>
              <a:buChar char="•"/>
            </a:pPr>
            <a:r>
              <a:rPr lang="hi-IN" sz="1100" dirty="0">
                <a:latin typeface="Verdana" panose="020B0604030504040204" pitchFamily="34" charset="0"/>
                <a:ea typeface="Verdana" panose="020B0604030504040204" pitchFamily="34" charset="0"/>
                <a:cs typeface="Calibri"/>
                <a:sym typeface="Calibri"/>
              </a:rPr>
              <a:t>Preparation using saponification method in laboratory conditions
Mixing oil with alcoholic KOH followed by addition of natural extracts
Pouring into molds and curing for 24–48 hours
Iterative improvements based on observations and testing</a:t>
            </a:r>
            <a:endParaRPr lang="en-IN" sz="1100" dirty="0">
              <a:latin typeface="Verdana" panose="020B0604030504040204" pitchFamily="34" charset="0"/>
              <a:ea typeface="Verdana" panose="020B0604030504040204" pitchFamily="34" charset="0"/>
              <a:cs typeface="Calibri"/>
              <a:sym typeface="Calibri"/>
            </a:endParaRPr>
          </a:p>
          <a:p>
            <a:pPr>
              <a:lnSpc>
                <a:spcPct val="150000"/>
              </a:lnSpc>
            </a:pPr>
            <a:r>
              <a:rPr lang="hi-IN" sz="1100" b="1" dirty="0">
                <a:latin typeface="Verdana" panose="020B0604030504040204" pitchFamily="34" charset="0"/>
                <a:ea typeface="Verdana" panose="020B0604030504040204" pitchFamily="34" charset="0"/>
                <a:cs typeface="Calibri"/>
                <a:sym typeface="Calibri"/>
              </a:rPr>
              <a:t>Challenges Faced:</a:t>
            </a:r>
            <a:endParaRPr lang="en-IN" sz="1100" b="1" dirty="0">
              <a:latin typeface="Verdana" panose="020B0604030504040204" pitchFamily="34" charset="0"/>
              <a:ea typeface="Verdana" panose="020B0604030504040204" pitchFamily="34" charset="0"/>
              <a:cs typeface="Calibri"/>
              <a:sym typeface="Calibri"/>
            </a:endParaRPr>
          </a:p>
          <a:p>
            <a:pPr marL="171450" indent="-171450">
              <a:lnSpc>
                <a:spcPct val="150000"/>
              </a:lnSpc>
              <a:buFont typeface="Arial" panose="020B0604020202020204" pitchFamily="34" charset="0"/>
              <a:buChar char="•"/>
            </a:pPr>
            <a:r>
              <a:rPr lang="hi-IN" sz="1100" dirty="0">
                <a:latin typeface="Verdana" panose="020B0604030504040204" pitchFamily="34" charset="0"/>
                <a:ea typeface="Verdana" panose="020B0604030504040204" pitchFamily="34" charset="0"/>
                <a:cs typeface="Calibri"/>
                <a:sym typeface="Calibri"/>
              </a:rPr>
              <a:t>Maintaining correct chemical concentration for safe formulation
Controlling temperature during reaction
Achieving uniform mixing of herbal ingredients
Optimizing curing time for hardness and durability
Initial inconsistencies in texture and appearance</a:t>
            </a:r>
            <a:endParaRPr lang="en-GB" sz="1100" dirty="0">
              <a:latin typeface="Verdana" panose="020B0604030504040204" pitchFamily="34" charset="0"/>
              <a:ea typeface="Verdana" panose="020B0604030504040204" pitchFamily="34" charset="0"/>
              <a:cs typeface="Calibri"/>
              <a:sym typeface="Calibri"/>
            </a:endParaRPr>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5066" y="209068"/>
            <a:ext cx="1136330" cy="360000"/>
          </a:xfrm>
          <a:prstGeom prst="rect">
            <a:avLst/>
          </a:prstGeom>
        </p:spPr>
      </p:pic>
    </p:spTree>
    <p:extLst>
      <p:ext uri="{BB962C8B-B14F-4D97-AF65-F5344CB8AC3E}">
        <p14:creationId xmlns:p14="http://schemas.microsoft.com/office/powerpoint/2010/main" val="177475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8</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124547" y="835525"/>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Prototype </a:t>
            </a:r>
            <a:r>
              <a:rPr lang="hi-IN" sz="2400" b="1" dirty="0">
                <a:latin typeface="Verdana" panose="020B0604030504040204" pitchFamily="34" charset="0"/>
                <a:ea typeface="Verdana" panose="020B0604030504040204" pitchFamily="34" charset="0"/>
              </a:rPr>
              <a:t>Images</a:t>
            </a:r>
            <a:endParaRPr lang="en-IN" sz="2400" b="1" dirty="0">
              <a:latin typeface="Verdana" panose="020B0604030504040204" pitchFamily="34" charset="0"/>
              <a:ea typeface="Verdana" panose="020B0604030504040204" pitchFamily="34" charset="0"/>
            </a:endParaRPr>
          </a:p>
        </p:txBody>
      </p:sp>
      <p:sp>
        <p:nvSpPr>
          <p:cNvPr id="6" name="Rectangle 5"/>
          <p:cNvSpPr/>
          <p:nvPr/>
        </p:nvSpPr>
        <p:spPr>
          <a:xfrm>
            <a:off x="654120" y="1842114"/>
            <a:ext cx="10790975" cy="1015663"/>
          </a:xfrm>
          <a:prstGeom prst="rect">
            <a:avLst/>
          </a:prstGeom>
        </p:spPr>
        <p:txBody>
          <a:bodyPr wrap="square">
            <a:spAutoFit/>
          </a:bodyPr>
          <a:lstStyle/>
          <a:p>
            <a:pPr>
              <a:lnSpc>
                <a:spcPct val="150000"/>
              </a:lnSpc>
            </a:pPr>
            <a:endParaRPr lang="en-IN" sz="2000" dirty="0">
              <a:latin typeface="Verdana" pitchFamily="34" charset="0"/>
              <a:ea typeface="Verdana" pitchFamily="34" charset="0"/>
            </a:endParaRPr>
          </a:p>
        </p:txBody>
      </p:sp>
      <p:pic>
        <p:nvPicPr>
          <p:cNvPr id="4" name="Picture 3">
            <a:extLst>
              <a:ext uri="{FF2B5EF4-FFF2-40B4-BE49-F238E27FC236}">
                <a16:creationId xmlns:a16="http://schemas.microsoft.com/office/drawing/2014/main" id="{CC0F9AB4-B4D4-F848-FDC3-AD3EB2A5AA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47635" y="684247"/>
            <a:ext cx="2966541" cy="2810031"/>
          </a:xfrm>
          <a:prstGeom prst="rect">
            <a:avLst/>
          </a:prstGeom>
        </p:spPr>
      </p:pic>
      <p:pic>
        <p:nvPicPr>
          <p:cNvPr id="5" name="Picture 4">
            <a:extLst>
              <a:ext uri="{FF2B5EF4-FFF2-40B4-BE49-F238E27FC236}">
                <a16:creationId xmlns:a16="http://schemas.microsoft.com/office/drawing/2014/main" id="{305E5687-4A23-FDFA-C65B-7D4D8B9CB2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8138" y="1432908"/>
            <a:ext cx="2497379" cy="3645228"/>
          </a:xfrm>
          <a:prstGeom prst="rect">
            <a:avLst/>
          </a:prstGeom>
        </p:spPr>
      </p:pic>
      <p:pic>
        <p:nvPicPr>
          <p:cNvPr id="10" name="Picture 9">
            <a:extLst>
              <a:ext uri="{FF2B5EF4-FFF2-40B4-BE49-F238E27FC236}">
                <a16:creationId xmlns:a16="http://schemas.microsoft.com/office/drawing/2014/main" id="{18522AA7-3956-9B41-F858-596F8E835A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7069" y="1989562"/>
            <a:ext cx="2766377" cy="2878875"/>
          </a:xfrm>
          <a:prstGeom prst="rect">
            <a:avLst/>
          </a:prstGeom>
        </p:spPr>
      </p:pic>
      <p:sp>
        <p:nvSpPr>
          <p:cNvPr id="19" name="TextBox 18">
            <a:extLst>
              <a:ext uri="{FF2B5EF4-FFF2-40B4-BE49-F238E27FC236}">
                <a16:creationId xmlns:a16="http://schemas.microsoft.com/office/drawing/2014/main" id="{92994A90-58C6-C31D-7AB2-B9C4BBF0429D}"/>
              </a:ext>
            </a:extLst>
          </p:cNvPr>
          <p:cNvSpPr txBox="1"/>
          <p:nvPr/>
        </p:nvSpPr>
        <p:spPr>
          <a:xfrm>
            <a:off x="5181600" y="5197742"/>
            <a:ext cx="1828800" cy="369332"/>
          </a:xfrm>
          <a:prstGeom prst="rect">
            <a:avLst/>
          </a:prstGeom>
          <a:noFill/>
        </p:spPr>
        <p:txBody>
          <a:bodyPr wrap="square" rtlCol="0">
            <a:spAutoFit/>
          </a:bodyPr>
          <a:lstStyle/>
          <a:p>
            <a:pPr algn="l"/>
            <a:r>
              <a:rPr lang="hi-IN" dirty="0"/>
              <a:t>Soap base</a:t>
            </a:r>
            <a:endParaRPr lang="en-US" dirty="0"/>
          </a:p>
        </p:txBody>
      </p:sp>
      <p:sp>
        <p:nvSpPr>
          <p:cNvPr id="21" name="TextBox 20">
            <a:extLst>
              <a:ext uri="{FF2B5EF4-FFF2-40B4-BE49-F238E27FC236}">
                <a16:creationId xmlns:a16="http://schemas.microsoft.com/office/drawing/2014/main" id="{779CDBB8-96BA-FE18-E667-AF7BD847DDAF}"/>
              </a:ext>
            </a:extLst>
          </p:cNvPr>
          <p:cNvSpPr txBox="1"/>
          <p:nvPr/>
        </p:nvSpPr>
        <p:spPr>
          <a:xfrm rot="10800000" flipV="1">
            <a:off x="7847635" y="3521790"/>
            <a:ext cx="2858188" cy="369332"/>
          </a:xfrm>
          <a:prstGeom prst="rect">
            <a:avLst/>
          </a:prstGeom>
          <a:noFill/>
        </p:spPr>
        <p:txBody>
          <a:bodyPr wrap="square" rtlCol="0">
            <a:spAutoFit/>
          </a:bodyPr>
          <a:lstStyle/>
          <a:p>
            <a:pPr algn="ctr"/>
            <a:r>
              <a:rPr lang="hi-IN" dirty="0"/>
              <a:t>Orange and Aloevera Soap</a:t>
            </a:r>
            <a:endParaRPr lang="en-US" dirty="0"/>
          </a:p>
        </p:txBody>
      </p:sp>
      <p:sp>
        <p:nvSpPr>
          <p:cNvPr id="22" name="TextBox 21">
            <a:extLst>
              <a:ext uri="{FF2B5EF4-FFF2-40B4-BE49-F238E27FC236}">
                <a16:creationId xmlns:a16="http://schemas.microsoft.com/office/drawing/2014/main" id="{4F0756EB-2181-A275-5C07-E2F348BAB793}"/>
              </a:ext>
            </a:extLst>
          </p:cNvPr>
          <p:cNvSpPr txBox="1"/>
          <p:nvPr/>
        </p:nvSpPr>
        <p:spPr>
          <a:xfrm>
            <a:off x="1628887" y="5073239"/>
            <a:ext cx="1161826" cy="369332"/>
          </a:xfrm>
          <a:prstGeom prst="rect">
            <a:avLst/>
          </a:prstGeom>
          <a:noFill/>
        </p:spPr>
        <p:txBody>
          <a:bodyPr wrap="square" rtlCol="0">
            <a:spAutoFit/>
          </a:bodyPr>
          <a:lstStyle/>
          <a:p>
            <a:r>
              <a:rPr lang="en-IN" dirty="0"/>
              <a:t>Materials </a:t>
            </a:r>
          </a:p>
        </p:txBody>
      </p:sp>
      <p:pic>
        <p:nvPicPr>
          <p:cNvPr id="23" name="Picture 22">
            <a:extLst>
              <a:ext uri="{FF2B5EF4-FFF2-40B4-BE49-F238E27FC236}">
                <a16:creationId xmlns:a16="http://schemas.microsoft.com/office/drawing/2014/main" id="{E4FF7AFC-A247-A845-8EDA-900FEB7EE6B3}"/>
              </a:ext>
            </a:extLst>
          </p:cNvPr>
          <p:cNvPicPr>
            <a:picLocks noChangeAspect="1"/>
          </p:cNvPicPr>
          <p:nvPr/>
        </p:nvPicPr>
        <p:blipFill>
          <a:blip r:embed="rId7">
            <a:extLst>
              <a:ext uri="{28A0092B-C50C-407E-A947-70E740481C1C}">
                <a14:useLocalDpi xmlns:a14="http://schemas.microsoft.com/office/drawing/2010/main" val="0"/>
              </a:ext>
            </a:extLst>
          </a:blip>
          <a:srcRect l="23827" t="32397" r="13156" b="33149"/>
          <a:stretch>
            <a:fillRect/>
          </a:stretch>
        </p:blipFill>
        <p:spPr>
          <a:xfrm>
            <a:off x="7699259" y="4157833"/>
            <a:ext cx="3939412" cy="1615374"/>
          </a:xfrm>
          <a:prstGeom prst="rect">
            <a:avLst/>
          </a:prstGeom>
        </p:spPr>
      </p:pic>
      <p:sp>
        <p:nvSpPr>
          <p:cNvPr id="24" name="TextBox 23">
            <a:extLst>
              <a:ext uri="{FF2B5EF4-FFF2-40B4-BE49-F238E27FC236}">
                <a16:creationId xmlns:a16="http://schemas.microsoft.com/office/drawing/2014/main" id="{DB575F0B-E317-C90E-C6A5-664BC28AED93}"/>
              </a:ext>
            </a:extLst>
          </p:cNvPr>
          <p:cNvSpPr txBox="1"/>
          <p:nvPr/>
        </p:nvSpPr>
        <p:spPr>
          <a:xfrm rot="10800000" flipV="1">
            <a:off x="8239871" y="5882401"/>
            <a:ext cx="2858188" cy="369332"/>
          </a:xfrm>
          <a:prstGeom prst="rect">
            <a:avLst/>
          </a:prstGeom>
          <a:noFill/>
        </p:spPr>
        <p:txBody>
          <a:bodyPr wrap="square" rtlCol="0">
            <a:spAutoFit/>
          </a:bodyPr>
          <a:lstStyle/>
          <a:p>
            <a:pPr algn="ctr"/>
            <a:r>
              <a:rPr lang="en-US" dirty="0"/>
              <a:t>Dirt on slide</a:t>
            </a:r>
          </a:p>
        </p:txBody>
      </p:sp>
    </p:spTree>
    <p:extLst>
      <p:ext uri="{BB962C8B-B14F-4D97-AF65-F5344CB8AC3E}">
        <p14:creationId xmlns:p14="http://schemas.microsoft.com/office/powerpoint/2010/main" val="177475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31D0C-7C89-6DE7-0422-B0E2DFC06C60}"/>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18691B21-4ADF-6528-3E3A-DE122304D838}"/>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F454C10B-907E-4158-5B05-DC2D06495D12}"/>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BAB8BD1E-9C55-9E13-33F0-952122D212B3}"/>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941067DF-A54A-BD05-923D-383EA2712728}"/>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A7E1F56-ADF5-9EA3-6CEA-FA75DE2273A1}"/>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96618D9F-2703-2D2B-F56F-84EA14B799D2}"/>
              </a:ext>
            </a:extLst>
          </p:cNvPr>
          <p:cNvSpPr>
            <a:spLocks noGrp="1"/>
          </p:cNvSpPr>
          <p:nvPr>
            <p:ph type="sldNum" sz="quarter" idx="12"/>
          </p:nvPr>
        </p:nvSpPr>
        <p:spPr/>
        <p:txBody>
          <a:bodyPr/>
          <a:lstStyle/>
          <a:p>
            <a:fld id="{C9EED798-B2B7-453D-A02A-83F1CBF01642}" type="slidenum">
              <a:rPr lang="en-IN" smtClean="0">
                <a:solidFill>
                  <a:schemeClr val="tx1"/>
                </a:solidFill>
              </a:rPr>
              <a:t>9</a:t>
            </a:fld>
            <a:endParaRPr lang="en-IN" dirty="0">
              <a:solidFill>
                <a:schemeClr val="tx1"/>
              </a:solidFill>
            </a:endParaRPr>
          </a:p>
        </p:txBody>
      </p:sp>
      <p:grpSp>
        <p:nvGrpSpPr>
          <p:cNvPr id="20" name="Group 19">
            <a:extLst>
              <a:ext uri="{FF2B5EF4-FFF2-40B4-BE49-F238E27FC236}">
                <a16:creationId xmlns:a16="http://schemas.microsoft.com/office/drawing/2014/main" id="{61DC1375-BCC9-696F-37AE-C26322EE5D01}"/>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816E6529-0B07-CA81-F305-2C62C1708C2F}"/>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DA210611-E322-FF84-410A-1B7C8114F4CD}"/>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97409EDB-4BDC-0418-E275-88C8C123ED43}"/>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A3FB3538-CAE3-F1DA-BB50-D952A234F34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E86F8126-8D15-5D34-78B6-20847A641497}"/>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FFA3AA7-1D76-B94A-64C4-CC96FA0617E0}"/>
              </a:ext>
            </a:extLst>
          </p:cNvPr>
          <p:cNvSpPr txBox="1"/>
          <p:nvPr/>
        </p:nvSpPr>
        <p:spPr>
          <a:xfrm>
            <a:off x="1124548" y="835525"/>
            <a:ext cx="4114800" cy="471746"/>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Prototype </a:t>
            </a:r>
            <a:r>
              <a:rPr lang="hi-IN" sz="2400" b="1" dirty="0">
                <a:latin typeface="Verdana" panose="020B0604030504040204" pitchFamily="34" charset="0"/>
                <a:ea typeface="Verdana" panose="020B0604030504040204" pitchFamily="34" charset="0"/>
              </a:rPr>
              <a:t>Images</a:t>
            </a:r>
            <a:endParaRPr lang="en-IN" sz="2400" b="1" dirty="0">
              <a:latin typeface="Verdana" panose="020B0604030504040204" pitchFamily="34" charset="0"/>
              <a:ea typeface="Verdana" panose="020B0604030504040204" pitchFamily="34" charset="0"/>
            </a:endParaRPr>
          </a:p>
        </p:txBody>
      </p:sp>
      <p:sp>
        <p:nvSpPr>
          <p:cNvPr id="6" name="Rectangle 5">
            <a:extLst>
              <a:ext uri="{FF2B5EF4-FFF2-40B4-BE49-F238E27FC236}">
                <a16:creationId xmlns:a16="http://schemas.microsoft.com/office/drawing/2014/main" id="{230DF9E0-6164-6164-67B2-94E477C9AD22}"/>
              </a:ext>
            </a:extLst>
          </p:cNvPr>
          <p:cNvSpPr/>
          <p:nvPr/>
        </p:nvSpPr>
        <p:spPr>
          <a:xfrm>
            <a:off x="654120" y="1842114"/>
            <a:ext cx="10790975" cy="1015663"/>
          </a:xfrm>
          <a:prstGeom prst="rect">
            <a:avLst/>
          </a:prstGeom>
        </p:spPr>
        <p:txBody>
          <a:bodyPr wrap="square">
            <a:spAutoFit/>
          </a:bodyPr>
          <a:lstStyle/>
          <a:p>
            <a:pPr>
              <a:lnSpc>
                <a:spcPct val="150000"/>
              </a:lnSpc>
            </a:pPr>
            <a:endParaRPr lang="en-IN" sz="2000" dirty="0">
              <a:latin typeface="Verdana" pitchFamily="34" charset="0"/>
              <a:ea typeface="Verdana" pitchFamily="34" charset="0"/>
            </a:endParaRPr>
          </a:p>
        </p:txBody>
      </p:sp>
      <p:sp>
        <p:nvSpPr>
          <p:cNvPr id="22" name="TextBox 21">
            <a:extLst>
              <a:ext uri="{FF2B5EF4-FFF2-40B4-BE49-F238E27FC236}">
                <a16:creationId xmlns:a16="http://schemas.microsoft.com/office/drawing/2014/main" id="{72CFC7F1-5E46-9586-6F52-DFC88AAA276A}"/>
              </a:ext>
            </a:extLst>
          </p:cNvPr>
          <p:cNvSpPr txBox="1"/>
          <p:nvPr/>
        </p:nvSpPr>
        <p:spPr>
          <a:xfrm>
            <a:off x="3542448" y="4974817"/>
            <a:ext cx="2017232" cy="307777"/>
          </a:xfrm>
          <a:prstGeom prst="rect">
            <a:avLst/>
          </a:prstGeom>
          <a:noFill/>
        </p:spPr>
        <p:txBody>
          <a:bodyPr wrap="square" rtlCol="0">
            <a:spAutoFit/>
          </a:bodyPr>
          <a:lstStyle/>
          <a:p>
            <a:pPr algn="ctr"/>
            <a:r>
              <a:rPr lang="en-IN" sz="1400" dirty="0">
                <a:latin typeface="Verdana" panose="020B0604030504040204" pitchFamily="34" charset="0"/>
                <a:ea typeface="Verdana" panose="020B0604030504040204" pitchFamily="34" charset="0"/>
              </a:rPr>
              <a:t>Dust Particles </a:t>
            </a:r>
          </a:p>
        </p:txBody>
      </p:sp>
      <p:pic>
        <p:nvPicPr>
          <p:cNvPr id="23" name="Picture 22">
            <a:extLst>
              <a:ext uri="{FF2B5EF4-FFF2-40B4-BE49-F238E27FC236}">
                <a16:creationId xmlns:a16="http://schemas.microsoft.com/office/drawing/2014/main" id="{0D1928FF-B4AE-8933-575E-3D647641D0F6}"/>
              </a:ext>
            </a:extLst>
          </p:cNvPr>
          <p:cNvPicPr>
            <a:picLocks noChangeAspect="1"/>
          </p:cNvPicPr>
          <p:nvPr/>
        </p:nvPicPr>
        <p:blipFill rotWithShape="1">
          <a:blip r:embed="rId4">
            <a:extLst>
              <a:ext uri="{28A0092B-C50C-407E-A947-70E740481C1C}">
                <a14:useLocalDpi xmlns:a14="http://schemas.microsoft.com/office/drawing/2010/main" val="0"/>
              </a:ext>
            </a:extLst>
          </a:blip>
          <a:srcRect l="11289" t="14603" r="6480" b="24203"/>
          <a:stretch/>
        </p:blipFill>
        <p:spPr>
          <a:xfrm rot="16200000">
            <a:off x="3549383" y="2676156"/>
            <a:ext cx="2003363" cy="193933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 name="Picture 3">
            <a:extLst>
              <a:ext uri="{FF2B5EF4-FFF2-40B4-BE49-F238E27FC236}">
                <a16:creationId xmlns:a16="http://schemas.microsoft.com/office/drawing/2014/main" id="{4BE3DC0E-204E-4879-90AA-D6C6241DAD24}"/>
              </a:ext>
            </a:extLst>
          </p:cNvPr>
          <p:cNvPicPr>
            <a:picLocks noChangeAspect="1"/>
          </p:cNvPicPr>
          <p:nvPr/>
        </p:nvPicPr>
        <p:blipFill rotWithShape="1">
          <a:blip r:embed="rId5">
            <a:extLst>
              <a:ext uri="{28A0092B-C50C-407E-A947-70E740481C1C}">
                <a14:useLocalDpi xmlns:a14="http://schemas.microsoft.com/office/drawing/2010/main" val="0"/>
              </a:ext>
            </a:extLst>
          </a:blip>
          <a:srcRect l="13750" t="16612" r="18527" b="10196"/>
          <a:stretch/>
        </p:blipFill>
        <p:spPr>
          <a:xfrm>
            <a:off x="353010" y="1957011"/>
            <a:ext cx="2367553" cy="3411695"/>
          </a:xfrm>
          <a:prstGeom prst="rect">
            <a:avLst/>
          </a:prstGeom>
          <a:ln>
            <a:noFill/>
          </a:ln>
          <a:effectLst>
            <a:softEdge rad="112500"/>
          </a:effectLst>
        </p:spPr>
      </p:pic>
      <p:cxnSp>
        <p:nvCxnSpPr>
          <p:cNvPr id="10" name="Straight Connector 9">
            <a:extLst>
              <a:ext uri="{FF2B5EF4-FFF2-40B4-BE49-F238E27FC236}">
                <a16:creationId xmlns:a16="http://schemas.microsoft.com/office/drawing/2014/main" id="{9E0B5DF5-F0A7-494E-BF5B-6F51118078BD}"/>
              </a:ext>
            </a:extLst>
          </p:cNvPr>
          <p:cNvCxnSpPr>
            <a:cxnSpLocks/>
            <a:stCxn id="27" idx="0"/>
            <a:endCxn id="23" idx="6"/>
          </p:cNvCxnSpPr>
          <p:nvPr/>
        </p:nvCxnSpPr>
        <p:spPr>
          <a:xfrm flipV="1">
            <a:off x="1403033" y="2644140"/>
            <a:ext cx="3148032" cy="526204"/>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9856068D-46A1-4D3F-8B6B-39F03FE7A578}"/>
              </a:ext>
            </a:extLst>
          </p:cNvPr>
          <p:cNvCxnSpPr>
            <a:cxnSpLocks/>
            <a:stCxn id="27" idx="4"/>
            <a:endCxn id="23" idx="1"/>
          </p:cNvCxnSpPr>
          <p:nvPr/>
        </p:nvCxnSpPr>
        <p:spPr>
          <a:xfrm>
            <a:off x="1403033" y="3306869"/>
            <a:ext cx="2462375" cy="1047248"/>
          </a:xfrm>
          <a:prstGeom prst="line">
            <a:avLst/>
          </a:prstGeom>
          <a:ln w="19050"/>
        </p:spPr>
        <p:style>
          <a:lnRef idx="1">
            <a:schemeClr val="dk1"/>
          </a:lnRef>
          <a:fillRef idx="0">
            <a:schemeClr val="dk1"/>
          </a:fillRef>
          <a:effectRef idx="0">
            <a:schemeClr val="dk1"/>
          </a:effectRef>
          <a:fontRef idx="minor">
            <a:schemeClr val="tx1"/>
          </a:fontRef>
        </p:style>
      </p:cxnSp>
      <p:sp>
        <p:nvSpPr>
          <p:cNvPr id="27" name="Oval 26">
            <a:extLst>
              <a:ext uri="{FF2B5EF4-FFF2-40B4-BE49-F238E27FC236}">
                <a16:creationId xmlns:a16="http://schemas.microsoft.com/office/drawing/2014/main" id="{46BBB10C-43A8-4C5D-BBED-BBF84CD8ADF7}"/>
              </a:ext>
            </a:extLst>
          </p:cNvPr>
          <p:cNvSpPr/>
          <p:nvPr/>
        </p:nvSpPr>
        <p:spPr>
          <a:xfrm>
            <a:off x="1339215" y="3170344"/>
            <a:ext cx="127635" cy="1365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51DA50D4-351B-4B13-871F-FC496FD9344D}"/>
              </a:ext>
            </a:extLst>
          </p:cNvPr>
          <p:cNvSpPr txBox="1"/>
          <p:nvPr/>
        </p:nvSpPr>
        <p:spPr>
          <a:xfrm>
            <a:off x="1282923" y="5718154"/>
            <a:ext cx="2875280" cy="461665"/>
          </a:xfrm>
          <a:prstGeom prst="rect">
            <a:avLst/>
          </a:prstGeom>
          <a:noFill/>
        </p:spPr>
        <p:txBody>
          <a:bodyPr wrap="square" rtlCol="0">
            <a:spAutoFit/>
          </a:bodyPr>
          <a:lstStyle>
            <a:defPPr>
              <a:defRPr lang="en-US"/>
            </a:defPPr>
            <a:lvl1pPr algn="ctr">
              <a:defRPr sz="1400">
                <a:latin typeface="Verdana" panose="020B0604030504040204" pitchFamily="34" charset="0"/>
                <a:ea typeface="Verdana" panose="020B0604030504040204" pitchFamily="34" charset="0"/>
              </a:defRPr>
            </a:lvl1pPr>
          </a:lstStyle>
          <a:p>
            <a:r>
              <a:rPr lang="en-IN" sz="2400" dirty="0"/>
              <a:t>Before </a:t>
            </a:r>
          </a:p>
        </p:txBody>
      </p:sp>
      <p:sp>
        <p:nvSpPr>
          <p:cNvPr id="40" name="Equals 39">
            <a:extLst>
              <a:ext uri="{FF2B5EF4-FFF2-40B4-BE49-F238E27FC236}">
                <a16:creationId xmlns:a16="http://schemas.microsoft.com/office/drawing/2014/main" id="{4E8785B9-03E1-49AD-B36D-9C29A7EA6F76}"/>
              </a:ext>
            </a:extLst>
          </p:cNvPr>
          <p:cNvSpPr/>
          <p:nvPr/>
        </p:nvSpPr>
        <p:spPr>
          <a:xfrm rot="16200000">
            <a:off x="2322695" y="3193127"/>
            <a:ext cx="7802879" cy="471746"/>
          </a:xfrm>
          <a:prstGeom prst="mathEqual">
            <a:avLst>
              <a:gd name="adj1" fmla="val 10598"/>
              <a:gd name="adj2" fmla="val 1176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pic>
        <p:nvPicPr>
          <p:cNvPr id="43" name="Picture 42">
            <a:extLst>
              <a:ext uri="{FF2B5EF4-FFF2-40B4-BE49-F238E27FC236}">
                <a16:creationId xmlns:a16="http://schemas.microsoft.com/office/drawing/2014/main" id="{5E55CD21-58EB-4D58-9DBA-FD45896AE81A}"/>
              </a:ext>
            </a:extLst>
          </p:cNvPr>
          <p:cNvPicPr>
            <a:picLocks noChangeAspect="1"/>
          </p:cNvPicPr>
          <p:nvPr/>
        </p:nvPicPr>
        <p:blipFill rotWithShape="1">
          <a:blip r:embed="rId6"/>
          <a:srcRect t="-2497"/>
          <a:stretch/>
        </p:blipFill>
        <p:spPr>
          <a:xfrm>
            <a:off x="6483753" y="1842114"/>
            <a:ext cx="2326652" cy="3555681"/>
          </a:xfrm>
          <a:prstGeom prst="rect">
            <a:avLst/>
          </a:prstGeom>
          <a:ln>
            <a:noFill/>
          </a:ln>
          <a:effectLst>
            <a:softEdge rad="112500"/>
          </a:effectLst>
        </p:spPr>
      </p:pic>
      <p:sp>
        <p:nvSpPr>
          <p:cNvPr id="44" name="TextBox 43">
            <a:extLst>
              <a:ext uri="{FF2B5EF4-FFF2-40B4-BE49-F238E27FC236}">
                <a16:creationId xmlns:a16="http://schemas.microsoft.com/office/drawing/2014/main" id="{8EDCB72B-7744-4355-81B1-3A195B463FE0}"/>
              </a:ext>
            </a:extLst>
          </p:cNvPr>
          <p:cNvSpPr txBox="1"/>
          <p:nvPr/>
        </p:nvSpPr>
        <p:spPr>
          <a:xfrm>
            <a:off x="7709352" y="5718154"/>
            <a:ext cx="2875280" cy="461665"/>
          </a:xfrm>
          <a:prstGeom prst="rect">
            <a:avLst/>
          </a:prstGeom>
          <a:noFill/>
        </p:spPr>
        <p:txBody>
          <a:bodyPr wrap="square" rtlCol="0">
            <a:spAutoFit/>
          </a:bodyPr>
          <a:lstStyle>
            <a:defPPr>
              <a:defRPr lang="en-US"/>
            </a:defPPr>
            <a:lvl1pPr algn="ctr">
              <a:defRPr sz="1400">
                <a:latin typeface="Verdana" panose="020B0604030504040204" pitchFamily="34" charset="0"/>
                <a:ea typeface="Verdana" panose="020B0604030504040204" pitchFamily="34" charset="0"/>
              </a:defRPr>
            </a:lvl1pPr>
          </a:lstStyle>
          <a:p>
            <a:r>
              <a:rPr lang="en-IN" sz="2400" dirty="0"/>
              <a:t>After </a:t>
            </a:r>
          </a:p>
        </p:txBody>
      </p:sp>
      <p:pic>
        <p:nvPicPr>
          <p:cNvPr id="46" name="Picture 45">
            <a:extLst>
              <a:ext uri="{FF2B5EF4-FFF2-40B4-BE49-F238E27FC236}">
                <a16:creationId xmlns:a16="http://schemas.microsoft.com/office/drawing/2014/main" id="{D11A889B-8DE1-4238-AC7B-57EBCC23D88F}"/>
              </a:ext>
            </a:extLst>
          </p:cNvPr>
          <p:cNvPicPr>
            <a:picLocks noChangeAspect="1"/>
          </p:cNvPicPr>
          <p:nvPr/>
        </p:nvPicPr>
        <p:blipFill rotWithShape="1">
          <a:blip r:embed="rId7">
            <a:extLst>
              <a:ext uri="{28A0092B-C50C-407E-A947-70E740481C1C}">
                <a14:useLocalDpi xmlns:a14="http://schemas.microsoft.com/office/drawing/2010/main" val="0"/>
              </a:ext>
            </a:extLst>
          </a:blip>
          <a:srcRect l="9167" t="26818" r="9871" b="12191"/>
          <a:stretch/>
        </p:blipFill>
        <p:spPr>
          <a:xfrm>
            <a:off x="10032999" y="2585799"/>
            <a:ext cx="1939331" cy="2016759"/>
          </a:xfrm>
          <a:prstGeom prst="ellipse">
            <a:avLst/>
          </a:prstGeom>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7" name="TextBox 46">
            <a:extLst>
              <a:ext uri="{FF2B5EF4-FFF2-40B4-BE49-F238E27FC236}">
                <a16:creationId xmlns:a16="http://schemas.microsoft.com/office/drawing/2014/main" id="{A0DE7D21-F176-4768-83CF-010FFDABDE43}"/>
              </a:ext>
            </a:extLst>
          </p:cNvPr>
          <p:cNvSpPr txBox="1"/>
          <p:nvPr/>
        </p:nvSpPr>
        <p:spPr>
          <a:xfrm>
            <a:off x="9994048" y="4921059"/>
            <a:ext cx="2017232" cy="307777"/>
          </a:xfrm>
          <a:prstGeom prst="rect">
            <a:avLst/>
          </a:prstGeom>
          <a:noFill/>
        </p:spPr>
        <p:txBody>
          <a:bodyPr wrap="square" rtlCol="0">
            <a:spAutoFit/>
          </a:bodyPr>
          <a:lstStyle/>
          <a:p>
            <a:pPr algn="ctr"/>
            <a:r>
              <a:rPr lang="en-IN" sz="1400" dirty="0">
                <a:latin typeface="Verdana" panose="020B0604030504040204" pitchFamily="34" charset="0"/>
                <a:ea typeface="Verdana" panose="020B0604030504040204" pitchFamily="34" charset="0"/>
              </a:rPr>
              <a:t>Dust Particles </a:t>
            </a:r>
          </a:p>
        </p:txBody>
      </p:sp>
      <p:sp>
        <p:nvSpPr>
          <p:cNvPr id="50" name="Oval 49">
            <a:extLst>
              <a:ext uri="{FF2B5EF4-FFF2-40B4-BE49-F238E27FC236}">
                <a16:creationId xmlns:a16="http://schemas.microsoft.com/office/drawing/2014/main" id="{3F33881C-3728-49F0-811E-3237BD6BBEF0}"/>
              </a:ext>
            </a:extLst>
          </p:cNvPr>
          <p:cNvSpPr/>
          <p:nvPr/>
        </p:nvSpPr>
        <p:spPr>
          <a:xfrm>
            <a:off x="7772880" y="3102081"/>
            <a:ext cx="127635" cy="1365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1" name="Straight Connector 50">
            <a:extLst>
              <a:ext uri="{FF2B5EF4-FFF2-40B4-BE49-F238E27FC236}">
                <a16:creationId xmlns:a16="http://schemas.microsoft.com/office/drawing/2014/main" id="{DFC77B1A-3176-479F-9795-9D34BCB6AEC0}"/>
              </a:ext>
            </a:extLst>
          </p:cNvPr>
          <p:cNvCxnSpPr>
            <a:cxnSpLocks/>
          </p:cNvCxnSpPr>
          <p:nvPr/>
        </p:nvCxnSpPr>
        <p:spPr>
          <a:xfrm flipV="1">
            <a:off x="7836698" y="2576232"/>
            <a:ext cx="3148032" cy="526204"/>
          </a:xfrm>
          <a:prstGeom prst="line">
            <a:avLst/>
          </a:prstGeom>
          <a:ln w="19050"/>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0D9422D3-7D0C-4502-841C-896DD4478514}"/>
              </a:ext>
            </a:extLst>
          </p:cNvPr>
          <p:cNvCxnSpPr>
            <a:cxnSpLocks/>
          </p:cNvCxnSpPr>
          <p:nvPr/>
        </p:nvCxnSpPr>
        <p:spPr>
          <a:xfrm>
            <a:off x="7836697" y="3244995"/>
            <a:ext cx="2462375" cy="1047248"/>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2038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10</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37894" y="826119"/>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Learning Outcome</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1037894" y="2006025"/>
            <a:ext cx="10146650" cy="336649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hi-IN" sz="1600" dirty="0">
                <a:latin typeface="Verdana" panose="020B0604030504040204" pitchFamily="34" charset="0"/>
                <a:ea typeface="Verdana" panose="020B0604030504040204" pitchFamily="34" charset="0"/>
                <a:cs typeface="Arial" pitchFamily="34" charset="0"/>
              </a:rPr>
              <a:t>Gained practical understanding of saponification and soap formulation
Developed knowledge of natural ingredients and their role in skincare products
Improved laboratory skills including measurement, mixing, and handling chemicals
Learned to identify and resolve issues related to concentration, temperature, and consistency
Enhanced problem-solving through iterative testing and refinement
Understood importance of quality control parameters like texture, stability, and safety
Applied mentor feedback to improve formulation accuracy and product quality
Strengthened documentation and analytical thinking during experimentation
Developed teamwork, coordination, and task-sharing skills during project execution</a:t>
            </a:r>
            <a:endParaRPr lang="en-US" sz="1600" dirty="0">
              <a:latin typeface="Verdana" panose="020B0604030504040204" pitchFamily="34" charset="0"/>
              <a:ea typeface="Verdana" panose="020B0604030504040204" pitchFamily="34" charset="0"/>
              <a:cs typeface="Arial" pitchFamily="34" charset="0"/>
            </a:endParaRPr>
          </a:p>
        </p:txBody>
      </p:sp>
    </p:spTree>
    <p:extLst>
      <p:ext uri="{BB962C8B-B14F-4D97-AF65-F5344CB8AC3E}">
        <p14:creationId xmlns:p14="http://schemas.microsoft.com/office/powerpoint/2010/main" val="190662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11</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60942" y="835171"/>
            <a:ext cx="7195018"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Conclusion &amp; Future Scope</a:t>
            </a:r>
            <a:endParaRPr lang="en-IN" sz="2400" b="1" dirty="0">
              <a:latin typeface="Verdana" panose="020B0604030504040204" pitchFamily="34" charset="0"/>
              <a:ea typeface="Verdana" panose="020B0604030504040204" pitchFamily="34" charset="0"/>
            </a:endParaRPr>
          </a:p>
        </p:txBody>
      </p:sp>
      <p:sp>
        <p:nvSpPr>
          <p:cNvPr id="4" name="Rectangle 3"/>
          <p:cNvSpPr/>
          <p:nvPr/>
        </p:nvSpPr>
        <p:spPr>
          <a:xfrm>
            <a:off x="1060942" y="1914734"/>
            <a:ext cx="10123601" cy="377577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hi-IN" dirty="0">
                <a:latin typeface="Verdana" panose="020B0604030504040204" pitchFamily="34" charset="0"/>
                <a:ea typeface="Verdana" panose="020B0604030504040204" pitchFamily="34" charset="0"/>
              </a:rPr>
              <a:t>Successfully developed eco-friendly herbal soap using saponification process
Achieved a functional prototype with acceptable texture, appearance, and usability
Demonstrated application of biotechnology concepts in real product development
Gained hands-on experience in formulation, testing, and process optimization
Identified scope for improving fragrance, texture, and overall product quality
Future enhancements include pH testing, skin compatibility, and stability analysis
Potential to develop multiple herbal variants using different natural extracts
Scope for packaging, branding, and commercialization as a sustainable product
Overall project provided valuable practical learning and innovation experience</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4054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Soap making from Saponification</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1044742" y="1281506"/>
            <a:ext cx="10102516" cy="1200329"/>
          </a:xfrm>
          <a:prstGeom prst="rect">
            <a:avLst/>
          </a:prstGeom>
          <a:noFill/>
        </p:spPr>
        <p:txBody>
          <a:bodyPr wrap="square" rtlCol="0">
            <a:spAutoFit/>
          </a:bodyPr>
          <a:lstStyle/>
          <a:p>
            <a:pPr algn="ctr"/>
            <a:r>
              <a:rPr lang="en-GB" sz="2400" b="1" dirty="0">
                <a:latin typeface="Verdana" panose="020B0604030504040204" pitchFamily="34" charset="0"/>
                <a:ea typeface="Verdana" panose="020B0604030504040204" pitchFamily="34" charset="0"/>
              </a:rPr>
              <a:t>Do you want to apply for </a:t>
            </a:r>
            <a:r>
              <a:rPr lang="en-GB" sz="2400" b="1" dirty="0" err="1">
                <a:latin typeface="Verdana" panose="020B0604030504040204" pitchFamily="34" charset="0"/>
                <a:ea typeface="Verdana" panose="020B0604030504040204" pitchFamily="34" charset="0"/>
              </a:rPr>
              <a:t>PoC</a:t>
            </a:r>
            <a:r>
              <a:rPr lang="en-GB" sz="2400" b="1" dirty="0">
                <a:latin typeface="Verdana" panose="020B0604030504040204" pitchFamily="34" charset="0"/>
                <a:ea typeface="Verdana" panose="020B0604030504040204" pitchFamily="34" charset="0"/>
              </a:rPr>
              <a:t>/Prototype Development support under Students </a:t>
            </a:r>
            <a:r>
              <a:rPr lang="en-GB" sz="2400" b="1" dirty="0" err="1">
                <a:latin typeface="Verdana" panose="020B0604030504040204" pitchFamily="34" charset="0"/>
                <a:ea typeface="Verdana" panose="020B0604030504040204" pitchFamily="34" charset="0"/>
              </a:rPr>
              <a:t>Startup</a:t>
            </a:r>
            <a:r>
              <a:rPr lang="en-GB" sz="2400" b="1" dirty="0">
                <a:latin typeface="Verdana" panose="020B0604030504040204" pitchFamily="34" charset="0"/>
                <a:ea typeface="Verdana" panose="020B0604030504040204" pitchFamily="34" charset="0"/>
              </a:rPr>
              <a:t> and Innovation Policy (SSIP 2.0) under GUIITAR Council?</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CE2EABA6-5701-CA7E-CB3E-48DD4FCB2AB9}"/>
              </a:ext>
            </a:extLst>
          </p:cNvPr>
          <p:cNvSpPr txBox="1"/>
          <p:nvPr/>
        </p:nvSpPr>
        <p:spPr>
          <a:xfrm>
            <a:off x="1392334" y="2923548"/>
            <a:ext cx="9424522" cy="1200329"/>
          </a:xfrm>
          <a:prstGeom prst="rect">
            <a:avLst/>
          </a:prstGeom>
          <a:noFill/>
        </p:spPr>
        <p:txBody>
          <a:bodyPr wrap="square" rtlCol="0">
            <a:spAutoFit/>
          </a:bodyPr>
          <a:lstStyle/>
          <a:p>
            <a:pPr algn="ctr"/>
            <a:r>
              <a:rPr lang="en-US" dirty="0">
                <a:latin typeface="Verdana" panose="020B0604030504040204" pitchFamily="34" charset="0"/>
                <a:ea typeface="Verdana" panose="020B0604030504040204" pitchFamily="34" charset="0"/>
              </a:rPr>
              <a:t>No, we are not planning to apply for PoC/Prototype Development support under the SSIP 2.0 initiative of the GUIITAR Council at this stage. Currently, our focus is on academic learning, completing the project objectives, and gaining practical experience in formulation and product development.</a:t>
            </a:r>
          </a:p>
        </p:txBody>
      </p:sp>
    </p:spTree>
    <p:extLst>
      <p:ext uri="{BB962C8B-B14F-4D97-AF65-F5344CB8AC3E}">
        <p14:creationId xmlns:p14="http://schemas.microsoft.com/office/powerpoint/2010/main" val="1440541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22A7-944B-E8BE-3E42-54DBD2B06B3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28F781D-E434-8188-39AD-C98FE71BF244}"/>
              </a:ext>
            </a:extLst>
          </p:cNvPr>
          <p:cNvGrpSpPr/>
          <p:nvPr/>
        </p:nvGrpSpPr>
        <p:grpSpPr>
          <a:xfrm>
            <a:off x="0" y="6357069"/>
            <a:ext cx="12192000" cy="510659"/>
            <a:chOff x="0" y="6347341"/>
            <a:chExt cx="12192000" cy="510659"/>
          </a:xfrm>
        </p:grpSpPr>
        <p:sp>
          <p:nvSpPr>
            <p:cNvPr id="6" name="Rectangle 5">
              <a:extLst>
                <a:ext uri="{FF2B5EF4-FFF2-40B4-BE49-F238E27FC236}">
                  <a16:creationId xmlns:a16="http://schemas.microsoft.com/office/drawing/2014/main" id="{D3F201AC-A431-FBAE-774F-B9E359CD95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032FFB2B-1001-4F05-9548-E8962570D21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C78342AA-8AD8-31F9-791F-B79FF9EC15F7}"/>
              </a:ext>
            </a:extLst>
          </p:cNvPr>
          <p:cNvSpPr>
            <a:spLocks noGrp="1"/>
          </p:cNvSpPr>
          <p:nvPr>
            <p:ph type="sldNum" sz="quarter" idx="12"/>
          </p:nvPr>
        </p:nvSpPr>
        <p:spPr/>
        <p:txBody>
          <a:bodyPr/>
          <a:lstStyle/>
          <a:p>
            <a:fld id="{C9EED798-B2B7-453D-A02A-83F1CBF01642}" type="slidenum">
              <a:rPr lang="en-IN" smtClean="0">
                <a:solidFill>
                  <a:schemeClr val="tx1"/>
                </a:solidFill>
              </a:rPr>
              <a:t>13</a:t>
            </a:fld>
            <a:endParaRPr lang="en-IN">
              <a:solidFill>
                <a:schemeClr val="tx1"/>
              </a:solidFill>
            </a:endParaRPr>
          </a:p>
        </p:txBody>
      </p:sp>
      <p:sp>
        <p:nvSpPr>
          <p:cNvPr id="11" name="Date Placeholder 10">
            <a:extLst>
              <a:ext uri="{FF2B5EF4-FFF2-40B4-BE49-F238E27FC236}">
                <a16:creationId xmlns:a16="http://schemas.microsoft.com/office/drawing/2014/main" id="{7209BDFC-F87F-0AD3-0AD2-6D90EC65DA40}"/>
              </a:ext>
            </a:extLst>
          </p:cNvPr>
          <p:cNvSpPr>
            <a:spLocks noGrp="1"/>
          </p:cNvSpPr>
          <p:nvPr>
            <p:ph type="dt" sz="half" idx="10"/>
          </p:nvPr>
        </p:nvSpPr>
        <p:spPr/>
        <p:txBody>
          <a:bodyPr/>
          <a:lstStyle/>
          <a:p>
            <a:r>
              <a:rPr lang="en-US" dirty="0">
                <a:solidFill>
                  <a:schemeClr val="tx1"/>
                </a:solidFill>
              </a:rPr>
              <a:t>05-05-2026</a:t>
            </a:r>
            <a:endParaRPr lang="en-IN" dirty="0">
              <a:solidFill>
                <a:schemeClr val="tx1"/>
              </a:solidFill>
            </a:endParaRPr>
          </a:p>
        </p:txBody>
      </p:sp>
      <p:sp>
        <p:nvSpPr>
          <p:cNvPr id="12" name="Footer Placeholder 11">
            <a:extLst>
              <a:ext uri="{FF2B5EF4-FFF2-40B4-BE49-F238E27FC236}">
                <a16:creationId xmlns:a16="http://schemas.microsoft.com/office/drawing/2014/main" id="{788F57B9-72F6-F8CD-7E20-C147544ECB69}"/>
              </a:ext>
            </a:extLst>
          </p:cNvPr>
          <p:cNvSpPr>
            <a:spLocks noGrp="1"/>
          </p:cNvSpPr>
          <p:nvPr>
            <p:ph type="ftr" sz="quarter" idx="11"/>
          </p:nvPr>
        </p:nvSpPr>
        <p:spPr/>
        <p:txBody>
          <a:bodyPr/>
          <a:lstStyle/>
          <a:p>
            <a:r>
              <a:rPr lang="hi-IN" dirty="0">
                <a:solidFill>
                  <a:schemeClr val="tx1"/>
                </a:solidFill>
              </a:rPr>
              <a:t>DHARSANDIA RENA HEMAL</a:t>
            </a:r>
            <a:endParaRPr lang="en-IN" dirty="0">
              <a:solidFill>
                <a:schemeClr val="tx1"/>
              </a:solidFill>
            </a:endParaRPr>
          </a:p>
        </p:txBody>
      </p:sp>
      <p:grpSp>
        <p:nvGrpSpPr>
          <p:cNvPr id="16" name="Group 15">
            <a:extLst>
              <a:ext uri="{FF2B5EF4-FFF2-40B4-BE49-F238E27FC236}">
                <a16:creationId xmlns:a16="http://schemas.microsoft.com/office/drawing/2014/main" id="{3956432F-B09D-FA20-7755-3F884FC63554}"/>
              </a:ext>
            </a:extLst>
          </p:cNvPr>
          <p:cNvGrpSpPr/>
          <p:nvPr/>
        </p:nvGrpSpPr>
        <p:grpSpPr>
          <a:xfrm>
            <a:off x="450775" y="170727"/>
            <a:ext cx="3551249" cy="5467038"/>
            <a:chOff x="450775" y="170727"/>
            <a:chExt cx="3551249" cy="5467038"/>
          </a:xfrm>
        </p:grpSpPr>
        <p:sp>
          <p:nvSpPr>
            <p:cNvPr id="4" name="TextBox 3">
              <a:extLst>
                <a:ext uri="{FF2B5EF4-FFF2-40B4-BE49-F238E27FC236}">
                  <a16:creationId xmlns:a16="http://schemas.microsoft.com/office/drawing/2014/main" id="{7E47A91F-8F23-8FAE-598F-91984EEEDECC}"/>
                </a:ext>
              </a:extLst>
            </p:cNvPr>
            <p:cNvSpPr txBox="1"/>
            <p:nvPr/>
          </p:nvSpPr>
          <p:spPr>
            <a:xfrm>
              <a:off x="838200" y="5146027"/>
              <a:ext cx="3163824" cy="491738"/>
            </a:xfrm>
            <a:prstGeom prst="rect">
              <a:avLst/>
            </a:prstGeom>
            <a:noFill/>
          </p:spPr>
          <p:txBody>
            <a:bodyPr wrap="square" rtlCol="0">
              <a:spAutoFit/>
            </a:bodyPr>
            <a:lstStyle/>
            <a:p>
              <a:pPr>
                <a:lnSpc>
                  <a:spcPct val="150000"/>
                </a:lnSpc>
              </a:pPr>
              <a:r>
                <a:rPr lang="en-US" sz="2000" b="1" dirty="0">
                  <a:latin typeface="Verdana" panose="020B0604030504040204" pitchFamily="34" charset="0"/>
                  <a:ea typeface="Verdana" panose="020B0604030504040204" pitchFamily="34" charset="0"/>
                </a:rPr>
                <a:t>Thank You..</a:t>
              </a:r>
            </a:p>
          </p:txBody>
        </p:sp>
        <p:pic>
          <p:nvPicPr>
            <p:cNvPr id="2" name="Picture 1">
              <a:extLst>
                <a:ext uri="{FF2B5EF4-FFF2-40B4-BE49-F238E27FC236}">
                  <a16:creationId xmlns:a16="http://schemas.microsoft.com/office/drawing/2014/main" id="{6B42C481-7049-2649-C990-123E9D6EE6F9}"/>
                </a:ext>
              </a:extLst>
            </p:cNvPr>
            <p:cNvPicPr>
              <a:picLocks noChangeAspect="1"/>
            </p:cNvPicPr>
            <p:nvPr/>
          </p:nvPicPr>
          <p:blipFill rotWithShape="1">
            <a:blip r:embed="rId3"/>
            <a:srcRect t="27019" b="26058"/>
            <a:stretch/>
          </p:blipFill>
          <p:spPr>
            <a:xfrm>
              <a:off x="450775" y="170727"/>
              <a:ext cx="941559" cy="441809"/>
            </a:xfrm>
            <a:prstGeom prst="rect">
              <a:avLst/>
            </a:prstGeom>
          </p:spPr>
        </p:pic>
        <p:grpSp>
          <p:nvGrpSpPr>
            <p:cNvPr id="13" name="Group 12">
              <a:extLst>
                <a:ext uri="{FF2B5EF4-FFF2-40B4-BE49-F238E27FC236}">
                  <a16:creationId xmlns:a16="http://schemas.microsoft.com/office/drawing/2014/main" id="{4AF49D2F-1FD4-4CCE-B487-BBE0423B32FD}"/>
                </a:ext>
              </a:extLst>
            </p:cNvPr>
            <p:cNvGrpSpPr/>
            <p:nvPr/>
          </p:nvGrpSpPr>
          <p:grpSpPr>
            <a:xfrm>
              <a:off x="450775" y="5338110"/>
              <a:ext cx="338514" cy="212015"/>
              <a:chOff x="521095" y="429142"/>
              <a:chExt cx="463644" cy="290385"/>
            </a:xfrm>
            <a:solidFill>
              <a:srgbClr val="0DE5CB"/>
            </a:solidFill>
          </p:grpSpPr>
          <p:sp>
            <p:nvSpPr>
              <p:cNvPr id="14" name="Google Shape;59;p15">
                <a:extLst>
                  <a:ext uri="{FF2B5EF4-FFF2-40B4-BE49-F238E27FC236}">
                    <a16:creationId xmlns:a16="http://schemas.microsoft.com/office/drawing/2014/main" id="{4C7DBC1E-9F03-C501-03C4-40611332AF6C}"/>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60;p15">
                <a:extLst>
                  <a:ext uri="{FF2B5EF4-FFF2-40B4-BE49-F238E27FC236}">
                    <a16:creationId xmlns:a16="http://schemas.microsoft.com/office/drawing/2014/main" id="{43830E1C-48D8-36F4-42D1-F7CF813F028F}"/>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Tree>
    <p:extLst>
      <p:ext uri="{BB962C8B-B14F-4D97-AF65-F5344CB8AC3E}">
        <p14:creationId xmlns:p14="http://schemas.microsoft.com/office/powerpoint/2010/main" val="1257494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6540</TotalTime>
  <Words>1141</Words>
  <Application>Microsoft Office PowerPoint</Application>
  <PresentationFormat>Widescreen</PresentationFormat>
  <Paragraphs>186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Mangal</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Koppula Santhosh Kumar</dc:creator>
  <cp:lastModifiedBy>LENOVO</cp:lastModifiedBy>
  <cp:revision>109</cp:revision>
  <dcterms:created xsi:type="dcterms:W3CDTF">2021-10-26T04:13:36Z</dcterms:created>
  <dcterms:modified xsi:type="dcterms:W3CDTF">2026-04-27T20:29:21Z</dcterms:modified>
</cp:coreProperties>
</file>